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90" r:id="rId4"/>
    <p:sldId id="289" r:id="rId5"/>
    <p:sldId id="258" r:id="rId6"/>
    <p:sldId id="291" r:id="rId7"/>
    <p:sldId id="298" r:id="rId8"/>
    <p:sldId id="259" r:id="rId9"/>
    <p:sldId id="292" r:id="rId10"/>
    <p:sldId id="299" r:id="rId11"/>
    <p:sldId id="260" r:id="rId12"/>
    <p:sldId id="293" r:id="rId13"/>
    <p:sldId id="300" r:id="rId14"/>
    <p:sldId id="261" r:id="rId15"/>
    <p:sldId id="294" r:id="rId16"/>
    <p:sldId id="301" r:id="rId17"/>
    <p:sldId id="262" r:id="rId18"/>
    <p:sldId id="295" r:id="rId19"/>
    <p:sldId id="302" r:id="rId20"/>
    <p:sldId id="263" r:id="rId21"/>
    <p:sldId id="296" r:id="rId22"/>
    <p:sldId id="303" r:id="rId23"/>
    <p:sldId id="264" r:id="rId24"/>
    <p:sldId id="297" r:id="rId25"/>
    <p:sldId id="304" r:id="rId26"/>
    <p:sldId id="265" r:id="rId27"/>
    <p:sldId id="305" r:id="rId28"/>
    <p:sldId id="306" r:id="rId29"/>
    <p:sldId id="266" r:id="rId30"/>
    <p:sldId id="307" r:id="rId31"/>
    <p:sldId id="308" r:id="rId32"/>
    <p:sldId id="267" r:id="rId33"/>
    <p:sldId id="309" r:id="rId34"/>
    <p:sldId id="310" r:id="rId35"/>
    <p:sldId id="268" r:id="rId36"/>
    <p:sldId id="311" r:id="rId37"/>
    <p:sldId id="312" r:id="rId38"/>
    <p:sldId id="269" r:id="rId39"/>
    <p:sldId id="313" r:id="rId40"/>
    <p:sldId id="314" r:id="rId41"/>
    <p:sldId id="270" r:id="rId42"/>
    <p:sldId id="315" r:id="rId43"/>
    <p:sldId id="316" r:id="rId44"/>
    <p:sldId id="271" r:id="rId45"/>
    <p:sldId id="317" r:id="rId46"/>
    <p:sldId id="318" r:id="rId47"/>
    <p:sldId id="272" r:id="rId48"/>
    <p:sldId id="319" r:id="rId49"/>
    <p:sldId id="321" r:id="rId50"/>
    <p:sldId id="354" r:id="rId51"/>
    <p:sldId id="273" r:id="rId52"/>
    <p:sldId id="320" r:id="rId53"/>
    <p:sldId id="322" r:id="rId54"/>
    <p:sldId id="274" r:id="rId55"/>
    <p:sldId id="323" r:id="rId56"/>
    <p:sldId id="324" r:id="rId57"/>
    <p:sldId id="275" r:id="rId58"/>
    <p:sldId id="325" r:id="rId59"/>
    <p:sldId id="326" r:id="rId60"/>
    <p:sldId id="276" r:id="rId61"/>
    <p:sldId id="327" r:id="rId62"/>
    <p:sldId id="328" r:id="rId63"/>
    <p:sldId id="277" r:id="rId64"/>
    <p:sldId id="329" r:id="rId65"/>
    <p:sldId id="331" r:id="rId66"/>
    <p:sldId id="278" r:id="rId67"/>
    <p:sldId id="330" r:id="rId68"/>
    <p:sldId id="332" r:id="rId69"/>
    <p:sldId id="279" r:id="rId70"/>
    <p:sldId id="333" r:id="rId71"/>
    <p:sldId id="335" r:id="rId72"/>
    <p:sldId id="280" r:id="rId73"/>
    <p:sldId id="337" r:id="rId74"/>
    <p:sldId id="334" r:id="rId75"/>
    <p:sldId id="281" r:id="rId76"/>
    <p:sldId id="338" r:id="rId77"/>
    <p:sldId id="339" r:id="rId78"/>
    <p:sldId id="282" r:id="rId79"/>
    <p:sldId id="340" r:id="rId80"/>
    <p:sldId id="341" r:id="rId81"/>
    <p:sldId id="283" r:id="rId82"/>
    <p:sldId id="350" r:id="rId83"/>
    <p:sldId id="351" r:id="rId84"/>
    <p:sldId id="284" r:id="rId85"/>
    <p:sldId id="352" r:id="rId86"/>
    <p:sldId id="353" r:id="rId87"/>
    <p:sldId id="285" r:id="rId88"/>
    <p:sldId id="348" r:id="rId89"/>
    <p:sldId id="349" r:id="rId90"/>
    <p:sldId id="286" r:id="rId91"/>
    <p:sldId id="346" r:id="rId92"/>
    <p:sldId id="347" r:id="rId93"/>
    <p:sldId id="287" r:id="rId94"/>
    <p:sldId id="344" r:id="rId95"/>
    <p:sldId id="345" r:id="rId96"/>
    <p:sldId id="288" r:id="rId97"/>
    <p:sldId id="342" r:id="rId98"/>
    <p:sldId id="343" r:id="rId99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78" userDrawn="1">
          <p15:clr>
            <a:srgbClr val="A4A3A4"/>
          </p15:clr>
        </p15:guide>
        <p15:guide id="2" pos="21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7" d="100"/>
          <a:sy n="97" d="100"/>
        </p:scale>
        <p:origin x="112" y="76"/>
      </p:cViewPr>
      <p:guideLst>
        <p:guide orient="horz" pos="2878"/>
        <p:guide pos="211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12021" y="3272006"/>
            <a:ext cx="2468245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8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0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4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81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2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8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8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1.png"/><Relationship Id="rId4" Type="http://schemas.openxmlformats.org/officeDocument/2006/relationships/image" Target="../media/image7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2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5.png"/><Relationship Id="rId4" Type="http://schemas.openxmlformats.org/officeDocument/2006/relationships/image" Target="../media/image83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38617" y="1566163"/>
            <a:ext cx="7042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i="1" spc="-25" dirty="0">
                <a:latin typeface="Arial" panose="020B0604020202020204"/>
                <a:cs typeface="Arial" panose="020B0604020202020204"/>
              </a:rPr>
              <a:t>BIP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0818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空间知觉测试</a:t>
            </a:r>
            <a:endParaRPr sz="3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52675" y="3958842"/>
            <a:ext cx="556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dirty="0">
                <a:solidFill>
                  <a:srgbClr val="008181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800" b="1" i="1" spc="-20" dirty="0">
                <a:solidFill>
                  <a:srgbClr val="00818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i="1" spc="-50" dirty="0">
                <a:solidFill>
                  <a:srgbClr val="008181"/>
                </a:solidFill>
                <a:latin typeface="Arial" panose="020B0604020202020204"/>
                <a:cs typeface="Arial" panose="020B0604020202020204"/>
              </a:rPr>
              <a:t>7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6538" y="2260092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9714" y="2548127"/>
            <a:ext cx="156972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3642" y="4564380"/>
            <a:ext cx="156972" cy="1569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9278" y="3988308"/>
            <a:ext cx="156972" cy="156972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85140" y="7202805"/>
            <a:ext cx="3564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841626" y="2987040"/>
            <a:ext cx="666115" cy="455930"/>
          </a:xfrm>
          <a:custGeom>
            <a:avLst/>
            <a:gdLst/>
            <a:ahLst/>
            <a:cxnLst/>
            <a:rect l="l" t="t" r="r" b="b"/>
            <a:pathLst>
              <a:path w="666114" h="455929">
                <a:moveTo>
                  <a:pt x="190500" y="22860"/>
                </a:moveTo>
                <a:lnTo>
                  <a:pt x="0" y="0"/>
                </a:lnTo>
                <a:lnTo>
                  <a:pt x="96012" y="166116"/>
                </a:lnTo>
                <a:lnTo>
                  <a:pt x="103632" y="154563"/>
                </a:lnTo>
                <a:lnTo>
                  <a:pt x="103632" y="102108"/>
                </a:lnTo>
                <a:lnTo>
                  <a:pt x="135636" y="54864"/>
                </a:lnTo>
                <a:lnTo>
                  <a:pt x="159112" y="70447"/>
                </a:lnTo>
                <a:lnTo>
                  <a:pt x="190500" y="22860"/>
                </a:lnTo>
                <a:close/>
              </a:path>
              <a:path w="666114" h="455929">
                <a:moveTo>
                  <a:pt x="159112" y="70447"/>
                </a:moveTo>
                <a:lnTo>
                  <a:pt x="135636" y="54864"/>
                </a:lnTo>
                <a:lnTo>
                  <a:pt x="103632" y="102108"/>
                </a:lnTo>
                <a:lnTo>
                  <a:pt x="127663" y="118128"/>
                </a:lnTo>
                <a:lnTo>
                  <a:pt x="159112" y="70447"/>
                </a:lnTo>
                <a:close/>
              </a:path>
              <a:path w="666114" h="455929">
                <a:moveTo>
                  <a:pt x="127663" y="118128"/>
                </a:moveTo>
                <a:lnTo>
                  <a:pt x="103632" y="102108"/>
                </a:lnTo>
                <a:lnTo>
                  <a:pt x="103632" y="154563"/>
                </a:lnTo>
                <a:lnTo>
                  <a:pt x="127663" y="118128"/>
                </a:lnTo>
                <a:close/>
              </a:path>
              <a:path w="666114" h="455929">
                <a:moveTo>
                  <a:pt x="665988" y="406908"/>
                </a:moveTo>
                <a:lnTo>
                  <a:pt x="159112" y="70447"/>
                </a:lnTo>
                <a:lnTo>
                  <a:pt x="127663" y="118128"/>
                </a:lnTo>
                <a:lnTo>
                  <a:pt x="633984" y="455676"/>
                </a:lnTo>
                <a:lnTo>
                  <a:pt x="665988" y="406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466" y="2043683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2454" y="1685544"/>
            <a:ext cx="156972" cy="1569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1342" y="2909316"/>
            <a:ext cx="156972" cy="15697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875409" y="3771900"/>
            <a:ext cx="60960" cy="6350"/>
          </a:xfrm>
          <a:custGeom>
            <a:avLst/>
            <a:gdLst/>
            <a:ahLst/>
            <a:cxnLst/>
            <a:rect l="l" t="t" r="r" b="b"/>
            <a:pathLst>
              <a:path w="60960" h="6350">
                <a:moveTo>
                  <a:pt x="60959" y="6095"/>
                </a:moveTo>
                <a:lnTo>
                  <a:pt x="53339" y="4571"/>
                </a:lnTo>
                <a:lnTo>
                  <a:pt x="45719" y="1523"/>
                </a:lnTo>
                <a:lnTo>
                  <a:pt x="38099" y="1523"/>
                </a:lnTo>
                <a:lnTo>
                  <a:pt x="30479" y="0"/>
                </a:lnTo>
                <a:lnTo>
                  <a:pt x="22859" y="1523"/>
                </a:lnTo>
                <a:lnTo>
                  <a:pt x="15239" y="1523"/>
                </a:lnTo>
                <a:lnTo>
                  <a:pt x="7619" y="4571"/>
                </a:lnTo>
                <a:lnTo>
                  <a:pt x="0" y="6095"/>
                </a:lnTo>
                <a:lnTo>
                  <a:pt x="60959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28165" y="3777996"/>
            <a:ext cx="156971" cy="1508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4626742" y="2689860"/>
            <a:ext cx="660400" cy="323215"/>
          </a:xfrm>
          <a:custGeom>
            <a:avLst/>
            <a:gdLst/>
            <a:ahLst/>
            <a:cxnLst/>
            <a:rect l="l" t="t" r="r" b="b"/>
            <a:pathLst>
              <a:path w="660400" h="323214">
                <a:moveTo>
                  <a:pt x="190500" y="0"/>
                </a:moveTo>
                <a:lnTo>
                  <a:pt x="0" y="9144"/>
                </a:lnTo>
                <a:lnTo>
                  <a:pt x="118872" y="153276"/>
                </a:lnTo>
                <a:lnTo>
                  <a:pt x="118872" y="92964"/>
                </a:lnTo>
                <a:lnTo>
                  <a:pt x="141732" y="41148"/>
                </a:lnTo>
                <a:lnTo>
                  <a:pt x="167519" y="52600"/>
                </a:lnTo>
                <a:lnTo>
                  <a:pt x="190500" y="0"/>
                </a:lnTo>
                <a:close/>
              </a:path>
              <a:path w="660400" h="323214">
                <a:moveTo>
                  <a:pt x="167519" y="52600"/>
                </a:moveTo>
                <a:lnTo>
                  <a:pt x="141732" y="41148"/>
                </a:lnTo>
                <a:lnTo>
                  <a:pt x="118872" y="92964"/>
                </a:lnTo>
                <a:lnTo>
                  <a:pt x="144845" y="104499"/>
                </a:lnTo>
                <a:lnTo>
                  <a:pt x="167519" y="52600"/>
                </a:lnTo>
                <a:close/>
              </a:path>
              <a:path w="660400" h="323214">
                <a:moveTo>
                  <a:pt x="144845" y="104499"/>
                </a:moveTo>
                <a:lnTo>
                  <a:pt x="118872" y="92964"/>
                </a:lnTo>
                <a:lnTo>
                  <a:pt x="118872" y="153276"/>
                </a:lnTo>
                <a:lnTo>
                  <a:pt x="121920" y="156972"/>
                </a:lnTo>
                <a:lnTo>
                  <a:pt x="144845" y="104499"/>
                </a:lnTo>
                <a:close/>
              </a:path>
              <a:path w="660400" h="323214">
                <a:moveTo>
                  <a:pt x="659892" y="271272"/>
                </a:moveTo>
                <a:lnTo>
                  <a:pt x="167519" y="52600"/>
                </a:lnTo>
                <a:lnTo>
                  <a:pt x="144845" y="104499"/>
                </a:lnTo>
                <a:lnTo>
                  <a:pt x="637032" y="323088"/>
                </a:lnTo>
                <a:lnTo>
                  <a:pt x="659892" y="271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3618" y="3124200"/>
            <a:ext cx="156972" cy="1569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0670" y="3916680"/>
            <a:ext cx="158496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84597" y="5285232"/>
            <a:ext cx="158496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243961" y="3479292"/>
            <a:ext cx="200025" cy="299085"/>
          </a:xfrm>
          <a:custGeom>
            <a:avLst/>
            <a:gdLst/>
            <a:ahLst/>
            <a:cxnLst/>
            <a:rect l="l" t="t" r="r" b="b"/>
            <a:pathLst>
              <a:path w="200025" h="299085">
                <a:moveTo>
                  <a:pt x="199643" y="24383"/>
                </a:moveTo>
                <a:lnTo>
                  <a:pt x="149351" y="0"/>
                </a:lnTo>
                <a:lnTo>
                  <a:pt x="0" y="298703"/>
                </a:lnTo>
                <a:lnTo>
                  <a:pt x="63191" y="298703"/>
                </a:lnTo>
                <a:lnTo>
                  <a:pt x="199643" y="243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59557" y="3777996"/>
            <a:ext cx="247650" cy="433070"/>
          </a:xfrm>
          <a:custGeom>
            <a:avLst/>
            <a:gdLst/>
            <a:ahLst/>
            <a:cxnLst/>
            <a:rect l="l" t="t" r="r" b="b"/>
            <a:pathLst>
              <a:path w="247650" h="433070">
                <a:moveTo>
                  <a:pt x="51206" y="266395"/>
                </a:moveTo>
                <a:lnTo>
                  <a:pt x="0" y="240791"/>
                </a:lnTo>
                <a:lnTo>
                  <a:pt x="0" y="432815"/>
                </a:lnTo>
                <a:lnTo>
                  <a:pt x="38099" y="403859"/>
                </a:lnTo>
                <a:lnTo>
                  <a:pt x="38099" y="292607"/>
                </a:lnTo>
                <a:lnTo>
                  <a:pt x="51206" y="266395"/>
                </a:lnTo>
                <a:close/>
              </a:path>
              <a:path w="247650" h="433070">
                <a:moveTo>
                  <a:pt x="102361" y="291972"/>
                </a:moveTo>
                <a:lnTo>
                  <a:pt x="51206" y="266395"/>
                </a:lnTo>
                <a:lnTo>
                  <a:pt x="38099" y="292607"/>
                </a:lnTo>
                <a:lnTo>
                  <a:pt x="89915" y="316991"/>
                </a:lnTo>
                <a:lnTo>
                  <a:pt x="102361" y="291972"/>
                </a:lnTo>
                <a:close/>
              </a:path>
              <a:path w="247650" h="433070">
                <a:moveTo>
                  <a:pt x="152399" y="316991"/>
                </a:moveTo>
                <a:lnTo>
                  <a:pt x="102361" y="291972"/>
                </a:lnTo>
                <a:lnTo>
                  <a:pt x="89915" y="316991"/>
                </a:lnTo>
                <a:lnTo>
                  <a:pt x="38099" y="292607"/>
                </a:lnTo>
                <a:lnTo>
                  <a:pt x="38099" y="403859"/>
                </a:lnTo>
                <a:lnTo>
                  <a:pt x="152399" y="316991"/>
                </a:lnTo>
                <a:close/>
              </a:path>
              <a:path w="247650" h="433070">
                <a:moveTo>
                  <a:pt x="247595" y="0"/>
                </a:moveTo>
                <a:lnTo>
                  <a:pt x="184403" y="0"/>
                </a:lnTo>
                <a:lnTo>
                  <a:pt x="51206" y="266395"/>
                </a:lnTo>
                <a:lnTo>
                  <a:pt x="102361" y="291972"/>
                </a:lnTo>
                <a:lnTo>
                  <a:pt x="2475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2454" y="1755648"/>
            <a:ext cx="156972" cy="1584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0154" y="3124200"/>
            <a:ext cx="156972" cy="1569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23722" y="2403348"/>
            <a:ext cx="158496" cy="1584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896490" y="2482596"/>
            <a:ext cx="594360" cy="525780"/>
          </a:xfrm>
          <a:custGeom>
            <a:avLst/>
            <a:gdLst/>
            <a:ahLst/>
            <a:cxnLst/>
            <a:rect l="l" t="t" r="r" b="b"/>
            <a:pathLst>
              <a:path w="594360" h="525780">
                <a:moveTo>
                  <a:pt x="484589" y="134495"/>
                </a:moveTo>
                <a:lnTo>
                  <a:pt x="447058" y="91385"/>
                </a:lnTo>
                <a:lnTo>
                  <a:pt x="0" y="483108"/>
                </a:lnTo>
                <a:lnTo>
                  <a:pt x="36576" y="525780"/>
                </a:lnTo>
                <a:lnTo>
                  <a:pt x="484589" y="134495"/>
                </a:lnTo>
                <a:close/>
              </a:path>
              <a:path w="594360" h="525780">
                <a:moveTo>
                  <a:pt x="594360" y="0"/>
                </a:moveTo>
                <a:lnTo>
                  <a:pt x="409956" y="48768"/>
                </a:lnTo>
                <a:lnTo>
                  <a:pt x="447058" y="91385"/>
                </a:lnTo>
                <a:lnTo>
                  <a:pt x="467868" y="73152"/>
                </a:lnTo>
                <a:lnTo>
                  <a:pt x="505968" y="115824"/>
                </a:lnTo>
                <a:lnTo>
                  <a:pt x="505968" y="159052"/>
                </a:lnTo>
                <a:lnTo>
                  <a:pt x="522732" y="178308"/>
                </a:lnTo>
                <a:lnTo>
                  <a:pt x="594360" y="0"/>
                </a:lnTo>
                <a:close/>
              </a:path>
              <a:path w="594360" h="525780">
                <a:moveTo>
                  <a:pt x="505968" y="115824"/>
                </a:moveTo>
                <a:lnTo>
                  <a:pt x="467868" y="73152"/>
                </a:lnTo>
                <a:lnTo>
                  <a:pt x="447058" y="91385"/>
                </a:lnTo>
                <a:lnTo>
                  <a:pt x="484589" y="134495"/>
                </a:lnTo>
                <a:lnTo>
                  <a:pt x="505968" y="115824"/>
                </a:lnTo>
                <a:close/>
              </a:path>
              <a:path w="594360" h="525780">
                <a:moveTo>
                  <a:pt x="505968" y="159052"/>
                </a:moveTo>
                <a:lnTo>
                  <a:pt x="505968" y="115824"/>
                </a:lnTo>
                <a:lnTo>
                  <a:pt x="484589" y="134495"/>
                </a:lnTo>
                <a:lnTo>
                  <a:pt x="505968" y="1590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278" y="1972055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1446" y="2116836"/>
            <a:ext cx="158496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48706" y="4636008"/>
            <a:ext cx="156972" cy="1569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04238" y="4709160"/>
            <a:ext cx="156972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629534" y="3217164"/>
            <a:ext cx="870585" cy="230504"/>
          </a:xfrm>
          <a:custGeom>
            <a:avLst/>
            <a:gdLst/>
            <a:ahLst/>
            <a:cxnLst/>
            <a:rect l="l" t="t" r="r" b="b"/>
            <a:pathLst>
              <a:path w="870585" h="230504">
                <a:moveTo>
                  <a:pt x="705126" y="112905"/>
                </a:moveTo>
                <a:lnTo>
                  <a:pt x="695488" y="56601"/>
                </a:lnTo>
                <a:lnTo>
                  <a:pt x="0" y="173736"/>
                </a:lnTo>
                <a:lnTo>
                  <a:pt x="9144" y="230124"/>
                </a:lnTo>
                <a:lnTo>
                  <a:pt x="705126" y="112905"/>
                </a:lnTo>
                <a:close/>
              </a:path>
              <a:path w="870585" h="230504">
                <a:moveTo>
                  <a:pt x="870204" y="56388"/>
                </a:moveTo>
                <a:lnTo>
                  <a:pt x="685800" y="0"/>
                </a:lnTo>
                <a:lnTo>
                  <a:pt x="695488" y="56601"/>
                </a:lnTo>
                <a:lnTo>
                  <a:pt x="723900" y="51816"/>
                </a:lnTo>
                <a:lnTo>
                  <a:pt x="733044" y="108204"/>
                </a:lnTo>
                <a:lnTo>
                  <a:pt x="733044" y="155896"/>
                </a:lnTo>
                <a:lnTo>
                  <a:pt x="870204" y="56388"/>
                </a:lnTo>
                <a:close/>
              </a:path>
              <a:path w="870585" h="230504">
                <a:moveTo>
                  <a:pt x="733044" y="108204"/>
                </a:moveTo>
                <a:lnTo>
                  <a:pt x="723900" y="51816"/>
                </a:lnTo>
                <a:lnTo>
                  <a:pt x="695488" y="56601"/>
                </a:lnTo>
                <a:lnTo>
                  <a:pt x="705126" y="112905"/>
                </a:lnTo>
                <a:lnTo>
                  <a:pt x="733044" y="108204"/>
                </a:lnTo>
                <a:close/>
              </a:path>
              <a:path w="870585" h="230504">
                <a:moveTo>
                  <a:pt x="733044" y="155896"/>
                </a:moveTo>
                <a:lnTo>
                  <a:pt x="733044" y="108204"/>
                </a:lnTo>
                <a:lnTo>
                  <a:pt x="705126" y="112905"/>
                </a:lnTo>
                <a:lnTo>
                  <a:pt x="714756" y="169164"/>
                </a:lnTo>
                <a:lnTo>
                  <a:pt x="733044" y="1558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278" y="1972055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27854" y="1827276"/>
            <a:ext cx="156972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87986" y="4709160"/>
            <a:ext cx="156972" cy="1569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16046" y="4709160"/>
            <a:ext cx="158496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979042" y="3290316"/>
            <a:ext cx="867410" cy="228600"/>
          </a:xfrm>
          <a:custGeom>
            <a:avLst/>
            <a:gdLst/>
            <a:ahLst/>
            <a:cxnLst/>
            <a:rect l="l" t="t" r="r" b="b"/>
            <a:pathLst>
              <a:path w="867410" h="228600">
                <a:moveTo>
                  <a:pt x="182880" y="0"/>
                </a:moveTo>
                <a:lnTo>
                  <a:pt x="0" y="56388"/>
                </a:lnTo>
                <a:lnTo>
                  <a:pt x="135636" y="155764"/>
                </a:lnTo>
                <a:lnTo>
                  <a:pt x="135636" y="108204"/>
                </a:lnTo>
                <a:lnTo>
                  <a:pt x="144780" y="51816"/>
                </a:lnTo>
                <a:lnTo>
                  <a:pt x="173199" y="56552"/>
                </a:lnTo>
                <a:lnTo>
                  <a:pt x="182880" y="0"/>
                </a:lnTo>
                <a:close/>
              </a:path>
              <a:path w="867410" h="228600">
                <a:moveTo>
                  <a:pt x="173199" y="56552"/>
                </a:moveTo>
                <a:lnTo>
                  <a:pt x="144780" y="51816"/>
                </a:lnTo>
                <a:lnTo>
                  <a:pt x="135636" y="108204"/>
                </a:lnTo>
                <a:lnTo>
                  <a:pt x="163561" y="112858"/>
                </a:lnTo>
                <a:lnTo>
                  <a:pt x="173199" y="56552"/>
                </a:lnTo>
                <a:close/>
              </a:path>
              <a:path w="867410" h="228600">
                <a:moveTo>
                  <a:pt x="163561" y="112858"/>
                </a:moveTo>
                <a:lnTo>
                  <a:pt x="135636" y="108204"/>
                </a:lnTo>
                <a:lnTo>
                  <a:pt x="135636" y="155764"/>
                </a:lnTo>
                <a:lnTo>
                  <a:pt x="153924" y="169164"/>
                </a:lnTo>
                <a:lnTo>
                  <a:pt x="163561" y="112858"/>
                </a:lnTo>
                <a:close/>
              </a:path>
              <a:path w="867410" h="228600">
                <a:moveTo>
                  <a:pt x="867156" y="172212"/>
                </a:moveTo>
                <a:lnTo>
                  <a:pt x="173199" y="56552"/>
                </a:lnTo>
                <a:lnTo>
                  <a:pt x="163561" y="112858"/>
                </a:lnTo>
                <a:lnTo>
                  <a:pt x="858012" y="228600"/>
                </a:lnTo>
                <a:lnTo>
                  <a:pt x="867156" y="1722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414" y="3485388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53618" y="2836164"/>
            <a:ext cx="156972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11446" y="5067300"/>
            <a:ext cx="158496" cy="15697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22147" y="3777996"/>
            <a:ext cx="85725" cy="27940"/>
          </a:xfrm>
          <a:custGeom>
            <a:avLst/>
            <a:gdLst/>
            <a:ahLst/>
            <a:cxnLst/>
            <a:rect l="l" t="t" r="r" b="b"/>
            <a:pathLst>
              <a:path w="85725" h="27939">
                <a:moveTo>
                  <a:pt x="85370" y="0"/>
                </a:moveTo>
                <a:lnTo>
                  <a:pt x="0" y="0"/>
                </a:lnTo>
                <a:lnTo>
                  <a:pt x="75965" y="27431"/>
                </a:lnTo>
                <a:lnTo>
                  <a:pt x="853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914777" y="3468624"/>
            <a:ext cx="802005" cy="309880"/>
          </a:xfrm>
          <a:custGeom>
            <a:avLst/>
            <a:gdLst/>
            <a:ahLst/>
            <a:cxnLst/>
            <a:rect l="l" t="t" r="r" b="b"/>
            <a:pathLst>
              <a:path w="802004" h="309879">
                <a:moveTo>
                  <a:pt x="190499" y="0"/>
                </a:moveTo>
                <a:lnTo>
                  <a:pt x="0" y="22859"/>
                </a:lnTo>
                <a:lnTo>
                  <a:pt x="124967" y="153573"/>
                </a:lnTo>
                <a:lnTo>
                  <a:pt x="124967" y="99059"/>
                </a:lnTo>
                <a:lnTo>
                  <a:pt x="144779" y="44195"/>
                </a:lnTo>
                <a:lnTo>
                  <a:pt x="171205" y="53821"/>
                </a:lnTo>
                <a:lnTo>
                  <a:pt x="190499" y="0"/>
                </a:lnTo>
                <a:close/>
              </a:path>
              <a:path w="802004" h="309879">
                <a:moveTo>
                  <a:pt x="171205" y="53821"/>
                </a:moveTo>
                <a:lnTo>
                  <a:pt x="144779" y="44195"/>
                </a:lnTo>
                <a:lnTo>
                  <a:pt x="124967" y="99059"/>
                </a:lnTo>
                <a:lnTo>
                  <a:pt x="151547" y="108658"/>
                </a:lnTo>
                <a:lnTo>
                  <a:pt x="171205" y="53821"/>
                </a:lnTo>
                <a:close/>
              </a:path>
              <a:path w="802004" h="309879">
                <a:moveTo>
                  <a:pt x="151547" y="108658"/>
                </a:moveTo>
                <a:lnTo>
                  <a:pt x="124967" y="99059"/>
                </a:lnTo>
                <a:lnTo>
                  <a:pt x="124967" y="153573"/>
                </a:lnTo>
                <a:lnTo>
                  <a:pt x="132587" y="161543"/>
                </a:lnTo>
                <a:lnTo>
                  <a:pt x="151547" y="108658"/>
                </a:lnTo>
                <a:close/>
              </a:path>
              <a:path w="802004" h="309879">
                <a:moveTo>
                  <a:pt x="801623" y="283463"/>
                </a:moveTo>
                <a:lnTo>
                  <a:pt x="171205" y="53821"/>
                </a:lnTo>
                <a:lnTo>
                  <a:pt x="151547" y="108658"/>
                </a:lnTo>
                <a:lnTo>
                  <a:pt x="707370" y="309371"/>
                </a:lnTo>
                <a:lnTo>
                  <a:pt x="792741" y="309371"/>
                </a:lnTo>
                <a:lnTo>
                  <a:pt x="801623" y="283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0490" y="1827276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84597" y="2909316"/>
            <a:ext cx="158496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32766" y="4636008"/>
            <a:ext cx="156972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388640" y="3537204"/>
            <a:ext cx="466725" cy="241300"/>
          </a:xfrm>
          <a:custGeom>
            <a:avLst/>
            <a:gdLst/>
            <a:ahLst/>
            <a:cxnLst/>
            <a:rect l="l" t="t" r="r" b="b"/>
            <a:pathLst>
              <a:path w="466725" h="241300">
                <a:moveTo>
                  <a:pt x="466701" y="50291"/>
                </a:moveTo>
                <a:lnTo>
                  <a:pt x="439269" y="0"/>
                </a:lnTo>
                <a:lnTo>
                  <a:pt x="0" y="240791"/>
                </a:lnTo>
                <a:lnTo>
                  <a:pt x="119178" y="240791"/>
                </a:lnTo>
                <a:lnTo>
                  <a:pt x="466701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50669" y="3777996"/>
            <a:ext cx="457200" cy="216535"/>
          </a:xfrm>
          <a:custGeom>
            <a:avLst/>
            <a:gdLst/>
            <a:ahLst/>
            <a:cxnLst/>
            <a:rect l="l" t="t" r="r" b="b"/>
            <a:pathLst>
              <a:path w="457200" h="216535">
                <a:moveTo>
                  <a:pt x="137306" y="109997"/>
                </a:moveTo>
                <a:lnTo>
                  <a:pt x="109727" y="59435"/>
                </a:lnTo>
                <a:lnTo>
                  <a:pt x="0" y="216407"/>
                </a:lnTo>
                <a:lnTo>
                  <a:pt x="109727" y="212924"/>
                </a:lnTo>
                <a:lnTo>
                  <a:pt x="112775" y="212827"/>
                </a:lnTo>
                <a:lnTo>
                  <a:pt x="112775" y="123443"/>
                </a:lnTo>
                <a:lnTo>
                  <a:pt x="137306" y="109997"/>
                </a:lnTo>
                <a:close/>
              </a:path>
              <a:path w="457200" h="216535">
                <a:moveTo>
                  <a:pt x="164738" y="160289"/>
                </a:moveTo>
                <a:lnTo>
                  <a:pt x="137306" y="109997"/>
                </a:lnTo>
                <a:lnTo>
                  <a:pt x="112775" y="123443"/>
                </a:lnTo>
                <a:lnTo>
                  <a:pt x="140207" y="173735"/>
                </a:lnTo>
                <a:lnTo>
                  <a:pt x="164738" y="160289"/>
                </a:lnTo>
                <a:close/>
              </a:path>
              <a:path w="457200" h="216535">
                <a:moveTo>
                  <a:pt x="192023" y="210311"/>
                </a:moveTo>
                <a:lnTo>
                  <a:pt x="164738" y="160289"/>
                </a:lnTo>
                <a:lnTo>
                  <a:pt x="140207" y="173735"/>
                </a:lnTo>
                <a:lnTo>
                  <a:pt x="112775" y="123443"/>
                </a:lnTo>
                <a:lnTo>
                  <a:pt x="112775" y="212827"/>
                </a:lnTo>
                <a:lnTo>
                  <a:pt x="192023" y="210311"/>
                </a:lnTo>
                <a:close/>
              </a:path>
              <a:path w="457200" h="216535">
                <a:moveTo>
                  <a:pt x="457148" y="0"/>
                </a:moveTo>
                <a:lnTo>
                  <a:pt x="337970" y="0"/>
                </a:lnTo>
                <a:lnTo>
                  <a:pt x="137306" y="109997"/>
                </a:lnTo>
                <a:lnTo>
                  <a:pt x="164738" y="160289"/>
                </a:lnTo>
                <a:lnTo>
                  <a:pt x="457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7854" y="2116836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28166" y="1900427"/>
            <a:ext cx="156972" cy="1569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32766" y="3412236"/>
            <a:ext cx="156972" cy="1569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93642" y="3916680"/>
            <a:ext cx="156972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113154" y="3183636"/>
            <a:ext cx="946785" cy="405765"/>
          </a:xfrm>
          <a:custGeom>
            <a:avLst/>
            <a:gdLst/>
            <a:ahLst/>
            <a:cxnLst/>
            <a:rect l="l" t="t" r="r" b="b"/>
            <a:pathLst>
              <a:path w="946785" h="405764">
                <a:moveTo>
                  <a:pt x="796870" y="107536"/>
                </a:moveTo>
                <a:lnTo>
                  <a:pt x="776614" y="54366"/>
                </a:lnTo>
                <a:lnTo>
                  <a:pt x="0" y="352044"/>
                </a:lnTo>
                <a:lnTo>
                  <a:pt x="19812" y="405384"/>
                </a:lnTo>
                <a:lnTo>
                  <a:pt x="796870" y="107536"/>
                </a:lnTo>
                <a:close/>
              </a:path>
              <a:path w="946785" h="405764">
                <a:moveTo>
                  <a:pt x="946404" y="18288"/>
                </a:moveTo>
                <a:lnTo>
                  <a:pt x="755904" y="0"/>
                </a:lnTo>
                <a:lnTo>
                  <a:pt x="776614" y="54366"/>
                </a:lnTo>
                <a:lnTo>
                  <a:pt x="803148" y="44196"/>
                </a:lnTo>
                <a:lnTo>
                  <a:pt x="822960" y="97536"/>
                </a:lnTo>
                <a:lnTo>
                  <a:pt x="822960" y="153350"/>
                </a:lnTo>
                <a:lnTo>
                  <a:pt x="946404" y="18288"/>
                </a:lnTo>
                <a:close/>
              </a:path>
              <a:path w="946785" h="405764">
                <a:moveTo>
                  <a:pt x="822960" y="97536"/>
                </a:moveTo>
                <a:lnTo>
                  <a:pt x="803148" y="44196"/>
                </a:lnTo>
                <a:lnTo>
                  <a:pt x="776614" y="54366"/>
                </a:lnTo>
                <a:lnTo>
                  <a:pt x="796870" y="107536"/>
                </a:lnTo>
                <a:lnTo>
                  <a:pt x="822960" y="97536"/>
                </a:lnTo>
                <a:close/>
              </a:path>
              <a:path w="946785" h="405764">
                <a:moveTo>
                  <a:pt x="822960" y="153350"/>
                </a:moveTo>
                <a:lnTo>
                  <a:pt x="822960" y="97536"/>
                </a:lnTo>
                <a:lnTo>
                  <a:pt x="796870" y="107536"/>
                </a:lnTo>
                <a:lnTo>
                  <a:pt x="816864" y="160020"/>
                </a:lnTo>
                <a:lnTo>
                  <a:pt x="822960" y="153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4754" y="1827276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1138" y="2188464"/>
            <a:ext cx="156972" cy="1569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3306" y="2980944"/>
            <a:ext cx="156972" cy="1569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53618" y="3988308"/>
            <a:ext cx="156972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248790" y="2482596"/>
            <a:ext cx="593090" cy="525780"/>
          </a:xfrm>
          <a:custGeom>
            <a:avLst/>
            <a:gdLst/>
            <a:ahLst/>
            <a:cxnLst/>
            <a:rect l="l" t="t" r="r" b="b"/>
            <a:pathLst>
              <a:path w="593089" h="525780">
                <a:moveTo>
                  <a:pt x="483095" y="134530"/>
                </a:moveTo>
                <a:lnTo>
                  <a:pt x="445563" y="91419"/>
                </a:lnTo>
                <a:lnTo>
                  <a:pt x="0" y="483108"/>
                </a:lnTo>
                <a:lnTo>
                  <a:pt x="36576" y="525780"/>
                </a:lnTo>
                <a:lnTo>
                  <a:pt x="483095" y="134530"/>
                </a:lnTo>
                <a:close/>
              </a:path>
              <a:path w="593089" h="525780">
                <a:moveTo>
                  <a:pt x="592836" y="0"/>
                </a:moveTo>
                <a:lnTo>
                  <a:pt x="408432" y="48768"/>
                </a:lnTo>
                <a:lnTo>
                  <a:pt x="445563" y="91419"/>
                </a:lnTo>
                <a:lnTo>
                  <a:pt x="466344" y="73152"/>
                </a:lnTo>
                <a:lnTo>
                  <a:pt x="504444" y="115824"/>
                </a:lnTo>
                <a:lnTo>
                  <a:pt x="504444" y="159052"/>
                </a:lnTo>
                <a:lnTo>
                  <a:pt x="521208" y="178308"/>
                </a:lnTo>
                <a:lnTo>
                  <a:pt x="592836" y="0"/>
                </a:lnTo>
                <a:close/>
              </a:path>
              <a:path w="593089" h="525780">
                <a:moveTo>
                  <a:pt x="504444" y="115824"/>
                </a:moveTo>
                <a:lnTo>
                  <a:pt x="466344" y="73152"/>
                </a:lnTo>
                <a:lnTo>
                  <a:pt x="445563" y="91419"/>
                </a:lnTo>
                <a:lnTo>
                  <a:pt x="483095" y="134530"/>
                </a:lnTo>
                <a:lnTo>
                  <a:pt x="504444" y="115824"/>
                </a:lnTo>
                <a:close/>
              </a:path>
              <a:path w="593089" h="525780">
                <a:moveTo>
                  <a:pt x="504444" y="159052"/>
                </a:moveTo>
                <a:lnTo>
                  <a:pt x="504444" y="115824"/>
                </a:lnTo>
                <a:lnTo>
                  <a:pt x="483095" y="134530"/>
                </a:lnTo>
                <a:lnTo>
                  <a:pt x="504444" y="1590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7234" y="1755648"/>
            <a:ext cx="156972" cy="1584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1446" y="3124200"/>
            <a:ext cx="158496" cy="1569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40130" y="2548127"/>
            <a:ext cx="156972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5131186" y="3025140"/>
            <a:ext cx="728980" cy="276225"/>
          </a:xfrm>
          <a:custGeom>
            <a:avLst/>
            <a:gdLst/>
            <a:ahLst/>
            <a:cxnLst/>
            <a:rect l="l" t="t" r="r" b="b"/>
            <a:pathLst>
              <a:path w="728979" h="276225">
                <a:moveTo>
                  <a:pt x="188976" y="0"/>
                </a:moveTo>
                <a:lnTo>
                  <a:pt x="0" y="33528"/>
                </a:lnTo>
                <a:lnTo>
                  <a:pt x="128016" y="154510"/>
                </a:lnTo>
                <a:lnTo>
                  <a:pt x="128016" y="100584"/>
                </a:lnTo>
                <a:lnTo>
                  <a:pt x="144780" y="45720"/>
                </a:lnTo>
                <a:lnTo>
                  <a:pt x="172465" y="54033"/>
                </a:lnTo>
                <a:lnTo>
                  <a:pt x="188976" y="0"/>
                </a:lnTo>
                <a:close/>
              </a:path>
              <a:path w="728979" h="276225">
                <a:moveTo>
                  <a:pt x="172465" y="54033"/>
                </a:moveTo>
                <a:lnTo>
                  <a:pt x="144780" y="45720"/>
                </a:lnTo>
                <a:lnTo>
                  <a:pt x="128016" y="100584"/>
                </a:lnTo>
                <a:lnTo>
                  <a:pt x="155701" y="108897"/>
                </a:lnTo>
                <a:lnTo>
                  <a:pt x="172465" y="54033"/>
                </a:lnTo>
                <a:close/>
              </a:path>
              <a:path w="728979" h="276225">
                <a:moveTo>
                  <a:pt x="155701" y="108897"/>
                </a:moveTo>
                <a:lnTo>
                  <a:pt x="128016" y="100584"/>
                </a:lnTo>
                <a:lnTo>
                  <a:pt x="128016" y="154510"/>
                </a:lnTo>
                <a:lnTo>
                  <a:pt x="138684" y="164592"/>
                </a:lnTo>
                <a:lnTo>
                  <a:pt x="155701" y="108897"/>
                </a:lnTo>
                <a:close/>
              </a:path>
              <a:path w="728979" h="276225">
                <a:moveTo>
                  <a:pt x="728472" y="220980"/>
                </a:moveTo>
                <a:lnTo>
                  <a:pt x="172465" y="54033"/>
                </a:lnTo>
                <a:lnTo>
                  <a:pt x="155701" y="108897"/>
                </a:lnTo>
                <a:lnTo>
                  <a:pt x="711708" y="275844"/>
                </a:lnTo>
                <a:lnTo>
                  <a:pt x="728472" y="2209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4910" y="1900427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53618" y="3628644"/>
            <a:ext cx="156971" cy="149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63746" y="2403348"/>
            <a:ext cx="158496" cy="15849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297813" y="3777996"/>
            <a:ext cx="64135" cy="7620"/>
          </a:xfrm>
          <a:custGeom>
            <a:avLst/>
            <a:gdLst/>
            <a:ahLst/>
            <a:cxnLst/>
            <a:rect l="l" t="t" r="r" b="b"/>
            <a:pathLst>
              <a:path w="64135" h="7620">
                <a:moveTo>
                  <a:pt x="64007" y="0"/>
                </a:moveTo>
                <a:lnTo>
                  <a:pt x="0" y="0"/>
                </a:lnTo>
                <a:lnTo>
                  <a:pt x="3047" y="1523"/>
                </a:lnTo>
                <a:lnTo>
                  <a:pt x="10667" y="3047"/>
                </a:lnTo>
                <a:lnTo>
                  <a:pt x="18287" y="6095"/>
                </a:lnTo>
                <a:lnTo>
                  <a:pt x="25907" y="6095"/>
                </a:lnTo>
                <a:lnTo>
                  <a:pt x="33527" y="7619"/>
                </a:lnTo>
                <a:lnTo>
                  <a:pt x="42671" y="6095"/>
                </a:lnTo>
                <a:lnTo>
                  <a:pt x="50291" y="6095"/>
                </a:lnTo>
                <a:lnTo>
                  <a:pt x="57911" y="3047"/>
                </a:lnTo>
                <a:lnTo>
                  <a:pt x="640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765426" y="2958084"/>
            <a:ext cx="942340" cy="231775"/>
          </a:xfrm>
          <a:custGeom>
            <a:avLst/>
            <a:gdLst/>
            <a:ahLst/>
            <a:cxnLst/>
            <a:rect l="l" t="t" r="r" b="b"/>
            <a:pathLst>
              <a:path w="942339" h="231775">
                <a:moveTo>
                  <a:pt x="776200" y="119025"/>
                </a:moveTo>
                <a:lnTo>
                  <a:pt x="9144" y="0"/>
                </a:lnTo>
                <a:lnTo>
                  <a:pt x="0" y="56388"/>
                </a:lnTo>
                <a:lnTo>
                  <a:pt x="767552" y="175490"/>
                </a:lnTo>
                <a:lnTo>
                  <a:pt x="776200" y="119025"/>
                </a:lnTo>
                <a:close/>
              </a:path>
              <a:path w="942339" h="231775">
                <a:moveTo>
                  <a:pt x="804672" y="216789"/>
                </a:moveTo>
                <a:lnTo>
                  <a:pt x="804672" y="123444"/>
                </a:lnTo>
                <a:lnTo>
                  <a:pt x="795528" y="179832"/>
                </a:lnTo>
                <a:lnTo>
                  <a:pt x="767552" y="175490"/>
                </a:lnTo>
                <a:lnTo>
                  <a:pt x="758952" y="231648"/>
                </a:lnTo>
                <a:lnTo>
                  <a:pt x="804672" y="216789"/>
                </a:lnTo>
                <a:close/>
              </a:path>
              <a:path w="942339" h="231775">
                <a:moveTo>
                  <a:pt x="804672" y="123444"/>
                </a:moveTo>
                <a:lnTo>
                  <a:pt x="776200" y="119025"/>
                </a:lnTo>
                <a:lnTo>
                  <a:pt x="767552" y="175490"/>
                </a:lnTo>
                <a:lnTo>
                  <a:pt x="795528" y="179832"/>
                </a:lnTo>
                <a:lnTo>
                  <a:pt x="804672" y="123444"/>
                </a:lnTo>
                <a:close/>
              </a:path>
              <a:path w="942339" h="231775">
                <a:moveTo>
                  <a:pt x="941832" y="172212"/>
                </a:moveTo>
                <a:lnTo>
                  <a:pt x="784860" y="62484"/>
                </a:lnTo>
                <a:lnTo>
                  <a:pt x="776200" y="119025"/>
                </a:lnTo>
                <a:lnTo>
                  <a:pt x="804672" y="123444"/>
                </a:lnTo>
                <a:lnTo>
                  <a:pt x="804672" y="216789"/>
                </a:lnTo>
                <a:lnTo>
                  <a:pt x="941832" y="1722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4058" y="2403348"/>
            <a:ext cx="156972" cy="1584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2454" y="1972055"/>
            <a:ext cx="156972" cy="1569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2634" y="3267455"/>
            <a:ext cx="156972" cy="1569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71422" y="3988308"/>
            <a:ext cx="158496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410334" y="2985516"/>
            <a:ext cx="939165" cy="173990"/>
          </a:xfrm>
          <a:custGeom>
            <a:avLst/>
            <a:gdLst/>
            <a:ahLst/>
            <a:cxnLst/>
            <a:rect l="l" t="t" r="r" b="b"/>
            <a:pathLst>
              <a:path w="939164" h="173989">
                <a:moveTo>
                  <a:pt x="176784" y="0"/>
                </a:moveTo>
                <a:lnTo>
                  <a:pt x="0" y="73152"/>
                </a:lnTo>
                <a:lnTo>
                  <a:pt x="140208" y="156238"/>
                </a:lnTo>
                <a:lnTo>
                  <a:pt x="140208" y="112776"/>
                </a:lnTo>
                <a:lnTo>
                  <a:pt x="144780" y="54864"/>
                </a:lnTo>
                <a:lnTo>
                  <a:pt x="172708" y="57061"/>
                </a:lnTo>
                <a:lnTo>
                  <a:pt x="176784" y="0"/>
                </a:lnTo>
                <a:close/>
              </a:path>
              <a:path w="939164" h="173989">
                <a:moveTo>
                  <a:pt x="172708" y="57061"/>
                </a:moveTo>
                <a:lnTo>
                  <a:pt x="144780" y="54864"/>
                </a:lnTo>
                <a:lnTo>
                  <a:pt x="140208" y="112776"/>
                </a:lnTo>
                <a:lnTo>
                  <a:pt x="168573" y="114953"/>
                </a:lnTo>
                <a:lnTo>
                  <a:pt x="172708" y="57061"/>
                </a:lnTo>
                <a:close/>
              </a:path>
              <a:path w="939164" h="173989">
                <a:moveTo>
                  <a:pt x="168573" y="114953"/>
                </a:moveTo>
                <a:lnTo>
                  <a:pt x="140208" y="112776"/>
                </a:lnTo>
                <a:lnTo>
                  <a:pt x="140208" y="156238"/>
                </a:lnTo>
                <a:lnTo>
                  <a:pt x="164592" y="170688"/>
                </a:lnTo>
                <a:lnTo>
                  <a:pt x="168573" y="114953"/>
                </a:lnTo>
                <a:close/>
              </a:path>
              <a:path w="939164" h="173989">
                <a:moveTo>
                  <a:pt x="938784" y="117348"/>
                </a:moveTo>
                <a:lnTo>
                  <a:pt x="172708" y="57061"/>
                </a:lnTo>
                <a:lnTo>
                  <a:pt x="168573" y="114953"/>
                </a:lnTo>
                <a:lnTo>
                  <a:pt x="934212" y="173736"/>
                </a:lnTo>
                <a:lnTo>
                  <a:pt x="938784" y="1173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3642" y="1972055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72634" y="3195828"/>
            <a:ext cx="156972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64058" y="4347972"/>
            <a:ext cx="156972" cy="15849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730374" y="3273552"/>
            <a:ext cx="546100" cy="504825"/>
          </a:xfrm>
          <a:custGeom>
            <a:avLst/>
            <a:gdLst/>
            <a:ahLst/>
            <a:cxnLst/>
            <a:rect l="l" t="t" r="r" b="b"/>
            <a:pathLst>
              <a:path w="546100" h="504825">
                <a:moveTo>
                  <a:pt x="444245" y="142493"/>
                </a:moveTo>
                <a:lnTo>
                  <a:pt x="403097" y="101345"/>
                </a:lnTo>
                <a:lnTo>
                  <a:pt x="0" y="504443"/>
                </a:lnTo>
                <a:lnTo>
                  <a:pt x="82295" y="504443"/>
                </a:lnTo>
                <a:lnTo>
                  <a:pt x="444245" y="142493"/>
                </a:lnTo>
                <a:close/>
              </a:path>
              <a:path w="546100" h="504825">
                <a:moveTo>
                  <a:pt x="545591" y="0"/>
                </a:moveTo>
                <a:lnTo>
                  <a:pt x="362711" y="60959"/>
                </a:lnTo>
                <a:lnTo>
                  <a:pt x="403097" y="101345"/>
                </a:lnTo>
                <a:lnTo>
                  <a:pt x="423671" y="80771"/>
                </a:lnTo>
                <a:lnTo>
                  <a:pt x="464819" y="121919"/>
                </a:lnTo>
                <a:lnTo>
                  <a:pt x="464819" y="163067"/>
                </a:lnTo>
                <a:lnTo>
                  <a:pt x="484631" y="182879"/>
                </a:lnTo>
                <a:lnTo>
                  <a:pt x="545591" y="0"/>
                </a:lnTo>
                <a:close/>
              </a:path>
              <a:path w="546100" h="504825">
                <a:moveTo>
                  <a:pt x="464819" y="121919"/>
                </a:moveTo>
                <a:lnTo>
                  <a:pt x="423671" y="80771"/>
                </a:lnTo>
                <a:lnTo>
                  <a:pt x="403097" y="101345"/>
                </a:lnTo>
                <a:lnTo>
                  <a:pt x="444245" y="142493"/>
                </a:lnTo>
                <a:lnTo>
                  <a:pt x="464819" y="121919"/>
                </a:lnTo>
                <a:close/>
              </a:path>
              <a:path w="546100" h="504825">
                <a:moveTo>
                  <a:pt x="464819" y="163067"/>
                </a:moveTo>
                <a:lnTo>
                  <a:pt x="464819" y="121919"/>
                </a:lnTo>
                <a:lnTo>
                  <a:pt x="444245" y="142493"/>
                </a:lnTo>
                <a:lnTo>
                  <a:pt x="464819" y="1630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05405" y="3777996"/>
            <a:ext cx="207645" cy="166370"/>
          </a:xfrm>
          <a:custGeom>
            <a:avLst/>
            <a:gdLst/>
            <a:ahLst/>
            <a:cxnLst/>
            <a:rect l="l" t="t" r="r" b="b"/>
            <a:pathLst>
              <a:path w="207645" h="166370">
                <a:moveTo>
                  <a:pt x="207263" y="0"/>
                </a:moveTo>
                <a:lnTo>
                  <a:pt x="124967" y="0"/>
                </a:lnTo>
                <a:lnTo>
                  <a:pt x="0" y="124967"/>
                </a:lnTo>
                <a:lnTo>
                  <a:pt x="41147" y="166115"/>
                </a:lnTo>
                <a:lnTo>
                  <a:pt x="2072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6226" y="1827276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7650" y="1972055"/>
            <a:ext cx="156972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48862" y="4709160"/>
            <a:ext cx="156972" cy="1569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47650" y="4636008"/>
            <a:ext cx="156972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292766" y="3537204"/>
            <a:ext cx="562610" cy="241300"/>
          </a:xfrm>
          <a:custGeom>
            <a:avLst/>
            <a:gdLst/>
            <a:ahLst/>
            <a:cxnLst/>
            <a:rect l="l" t="t" r="r" b="b"/>
            <a:pathLst>
              <a:path w="562610" h="241300">
                <a:moveTo>
                  <a:pt x="562575" y="50291"/>
                </a:moveTo>
                <a:lnTo>
                  <a:pt x="535143" y="0"/>
                </a:lnTo>
                <a:lnTo>
                  <a:pt x="102726" y="240791"/>
                </a:lnTo>
                <a:lnTo>
                  <a:pt x="220473" y="240791"/>
                </a:lnTo>
                <a:lnTo>
                  <a:pt x="562575" y="50291"/>
                </a:lnTo>
                <a:close/>
              </a:path>
              <a:path w="562610" h="241300">
                <a:moveTo>
                  <a:pt x="16983" y="240791"/>
                </a:moveTo>
                <a:lnTo>
                  <a:pt x="9363" y="227075"/>
                </a:lnTo>
                <a:lnTo>
                  <a:pt x="0" y="240791"/>
                </a:lnTo>
                <a:lnTo>
                  <a:pt x="16983" y="2407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93925" y="3777996"/>
            <a:ext cx="319405" cy="144780"/>
          </a:xfrm>
          <a:custGeom>
            <a:avLst/>
            <a:gdLst/>
            <a:ahLst/>
            <a:cxnLst/>
            <a:rect l="l" t="t" r="r" b="b"/>
            <a:pathLst>
              <a:path w="319404" h="144779">
                <a:moveTo>
                  <a:pt x="136082" y="36465"/>
                </a:moveTo>
                <a:lnTo>
                  <a:pt x="115823" y="0"/>
                </a:lnTo>
                <a:lnTo>
                  <a:pt x="98840" y="0"/>
                </a:lnTo>
                <a:lnTo>
                  <a:pt x="0" y="144779"/>
                </a:lnTo>
                <a:lnTo>
                  <a:pt x="111251" y="140365"/>
                </a:lnTo>
                <a:lnTo>
                  <a:pt x="111251" y="50291"/>
                </a:lnTo>
                <a:lnTo>
                  <a:pt x="136082" y="36465"/>
                </a:lnTo>
                <a:close/>
              </a:path>
              <a:path w="319404" h="144779">
                <a:moveTo>
                  <a:pt x="163902" y="86541"/>
                </a:moveTo>
                <a:lnTo>
                  <a:pt x="136082" y="36465"/>
                </a:lnTo>
                <a:lnTo>
                  <a:pt x="111251" y="50291"/>
                </a:lnTo>
                <a:lnTo>
                  <a:pt x="138683" y="100583"/>
                </a:lnTo>
                <a:lnTo>
                  <a:pt x="163902" y="86541"/>
                </a:lnTo>
                <a:close/>
              </a:path>
              <a:path w="319404" h="144779">
                <a:moveTo>
                  <a:pt x="192023" y="137159"/>
                </a:moveTo>
                <a:lnTo>
                  <a:pt x="163902" y="86541"/>
                </a:lnTo>
                <a:lnTo>
                  <a:pt x="138683" y="100583"/>
                </a:lnTo>
                <a:lnTo>
                  <a:pt x="111251" y="50291"/>
                </a:lnTo>
                <a:lnTo>
                  <a:pt x="111251" y="140365"/>
                </a:lnTo>
                <a:lnTo>
                  <a:pt x="192023" y="137159"/>
                </a:lnTo>
                <a:close/>
              </a:path>
              <a:path w="319404" h="144779">
                <a:moveTo>
                  <a:pt x="319313" y="0"/>
                </a:moveTo>
                <a:lnTo>
                  <a:pt x="201566" y="0"/>
                </a:lnTo>
                <a:lnTo>
                  <a:pt x="136082" y="36465"/>
                </a:lnTo>
                <a:lnTo>
                  <a:pt x="163902" y="86541"/>
                </a:lnTo>
                <a:lnTo>
                  <a:pt x="3193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7674" y="1900427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24934" y="2980944"/>
            <a:ext cx="156972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37210" y="4347972"/>
            <a:ext cx="156972" cy="15849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613025" y="3465576"/>
            <a:ext cx="676910" cy="312420"/>
          </a:xfrm>
          <a:custGeom>
            <a:avLst/>
            <a:gdLst/>
            <a:ahLst/>
            <a:cxnLst/>
            <a:rect l="l" t="t" r="r" b="b"/>
            <a:pathLst>
              <a:path w="676910" h="312420">
                <a:moveTo>
                  <a:pt x="591643" y="284325"/>
                </a:moveTo>
                <a:lnTo>
                  <a:pt x="25907" y="0"/>
                </a:lnTo>
                <a:lnTo>
                  <a:pt x="0" y="51815"/>
                </a:lnTo>
                <a:lnTo>
                  <a:pt x="521207" y="312419"/>
                </a:lnTo>
                <a:lnTo>
                  <a:pt x="577595" y="312419"/>
                </a:lnTo>
                <a:lnTo>
                  <a:pt x="591643" y="284325"/>
                </a:lnTo>
                <a:close/>
              </a:path>
              <a:path w="676910" h="312420">
                <a:moveTo>
                  <a:pt x="617219" y="297179"/>
                </a:moveTo>
                <a:lnTo>
                  <a:pt x="591643" y="284325"/>
                </a:lnTo>
                <a:lnTo>
                  <a:pt x="577595" y="312419"/>
                </a:lnTo>
                <a:lnTo>
                  <a:pt x="609369" y="312419"/>
                </a:lnTo>
                <a:lnTo>
                  <a:pt x="617219" y="297179"/>
                </a:lnTo>
                <a:close/>
              </a:path>
              <a:path w="676910" h="312420">
                <a:moveTo>
                  <a:pt x="676655" y="312419"/>
                </a:moveTo>
                <a:lnTo>
                  <a:pt x="617219" y="233171"/>
                </a:lnTo>
                <a:lnTo>
                  <a:pt x="591643" y="284325"/>
                </a:lnTo>
                <a:lnTo>
                  <a:pt x="617219" y="297179"/>
                </a:lnTo>
                <a:lnTo>
                  <a:pt x="617219" y="312419"/>
                </a:lnTo>
                <a:lnTo>
                  <a:pt x="676655" y="312419"/>
                </a:lnTo>
                <a:close/>
              </a:path>
              <a:path w="676910" h="312420">
                <a:moveTo>
                  <a:pt x="617219" y="312419"/>
                </a:moveTo>
                <a:lnTo>
                  <a:pt x="617219" y="297179"/>
                </a:lnTo>
                <a:lnTo>
                  <a:pt x="609369" y="312419"/>
                </a:lnTo>
                <a:lnTo>
                  <a:pt x="617219" y="3124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4233" y="3777996"/>
            <a:ext cx="210311" cy="7315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5AFC997-9710-D5D3-AF2D-41E4F423404A}"/>
              </a:ext>
            </a:extLst>
          </p:cNvPr>
          <p:cNvSpPr txBox="1"/>
          <p:nvPr/>
        </p:nvSpPr>
        <p:spPr>
          <a:xfrm>
            <a:off x="3441700" y="1949450"/>
            <a:ext cx="693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 </a:t>
            </a:r>
            <a:r>
              <a:rPr lang="zh-CN" altLang="en-US" dirty="0"/>
              <a:t> </a:t>
            </a:r>
            <a:r>
              <a:rPr lang="en-US" altLang="zh-CN"/>
              <a:t>part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9169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7650" y="1755648"/>
            <a:ext cx="156972" cy="1584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9714" y="1900427"/>
            <a:ext cx="156972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45786" y="4636008"/>
            <a:ext cx="156972" cy="1569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60982" y="4492752"/>
            <a:ext cx="156972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626742" y="3389376"/>
            <a:ext cx="1009015" cy="175260"/>
          </a:xfrm>
          <a:custGeom>
            <a:avLst/>
            <a:gdLst/>
            <a:ahLst/>
            <a:cxnLst/>
            <a:rect l="l" t="t" r="r" b="b"/>
            <a:pathLst>
              <a:path w="1009014" h="175260">
                <a:moveTo>
                  <a:pt x="168582" y="60435"/>
                </a:moveTo>
                <a:lnTo>
                  <a:pt x="164592" y="4572"/>
                </a:lnTo>
                <a:lnTo>
                  <a:pt x="0" y="102108"/>
                </a:lnTo>
                <a:lnTo>
                  <a:pt x="140208" y="160125"/>
                </a:lnTo>
                <a:lnTo>
                  <a:pt x="140208" y="62484"/>
                </a:lnTo>
                <a:lnTo>
                  <a:pt x="168582" y="60435"/>
                </a:lnTo>
                <a:close/>
              </a:path>
              <a:path w="1009014" h="175260">
                <a:moveTo>
                  <a:pt x="172713" y="118269"/>
                </a:moveTo>
                <a:lnTo>
                  <a:pt x="168582" y="60435"/>
                </a:lnTo>
                <a:lnTo>
                  <a:pt x="140208" y="62484"/>
                </a:lnTo>
                <a:lnTo>
                  <a:pt x="143256" y="120396"/>
                </a:lnTo>
                <a:lnTo>
                  <a:pt x="172713" y="118269"/>
                </a:lnTo>
                <a:close/>
              </a:path>
              <a:path w="1009014" h="175260">
                <a:moveTo>
                  <a:pt x="176784" y="175260"/>
                </a:moveTo>
                <a:lnTo>
                  <a:pt x="172713" y="118269"/>
                </a:lnTo>
                <a:lnTo>
                  <a:pt x="143256" y="120396"/>
                </a:lnTo>
                <a:lnTo>
                  <a:pt x="140208" y="62484"/>
                </a:lnTo>
                <a:lnTo>
                  <a:pt x="140208" y="160125"/>
                </a:lnTo>
                <a:lnTo>
                  <a:pt x="176784" y="175260"/>
                </a:lnTo>
                <a:close/>
              </a:path>
              <a:path w="1009014" h="175260">
                <a:moveTo>
                  <a:pt x="1008888" y="57912"/>
                </a:moveTo>
                <a:lnTo>
                  <a:pt x="1005840" y="0"/>
                </a:lnTo>
                <a:lnTo>
                  <a:pt x="168582" y="60435"/>
                </a:lnTo>
                <a:lnTo>
                  <a:pt x="172713" y="118269"/>
                </a:lnTo>
                <a:lnTo>
                  <a:pt x="1008888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1318" y="1900427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4026" y="3700272"/>
            <a:ext cx="157886" cy="777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35374" y="2619756"/>
            <a:ext cx="156972" cy="1569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23721" y="3777996"/>
            <a:ext cx="158495" cy="8077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769998" y="3148584"/>
            <a:ext cx="797560" cy="227329"/>
          </a:xfrm>
          <a:custGeom>
            <a:avLst/>
            <a:gdLst/>
            <a:ahLst/>
            <a:cxnLst/>
            <a:rect l="l" t="t" r="r" b="b"/>
            <a:pathLst>
              <a:path w="797560" h="227329">
                <a:moveTo>
                  <a:pt x="184404" y="0"/>
                </a:moveTo>
                <a:lnTo>
                  <a:pt x="0" y="53340"/>
                </a:lnTo>
                <a:lnTo>
                  <a:pt x="135636" y="155402"/>
                </a:lnTo>
                <a:lnTo>
                  <a:pt x="135636" y="108204"/>
                </a:lnTo>
                <a:lnTo>
                  <a:pt x="146304" y="51816"/>
                </a:lnTo>
                <a:lnTo>
                  <a:pt x="174151" y="56902"/>
                </a:lnTo>
                <a:lnTo>
                  <a:pt x="184404" y="0"/>
                </a:lnTo>
                <a:close/>
              </a:path>
              <a:path w="797560" h="227329">
                <a:moveTo>
                  <a:pt x="174151" y="56902"/>
                </a:moveTo>
                <a:lnTo>
                  <a:pt x="146304" y="51816"/>
                </a:lnTo>
                <a:lnTo>
                  <a:pt x="135636" y="108204"/>
                </a:lnTo>
                <a:lnTo>
                  <a:pt x="163977" y="113368"/>
                </a:lnTo>
                <a:lnTo>
                  <a:pt x="174151" y="56902"/>
                </a:lnTo>
                <a:close/>
              </a:path>
              <a:path w="797560" h="227329">
                <a:moveTo>
                  <a:pt x="163977" y="113368"/>
                </a:moveTo>
                <a:lnTo>
                  <a:pt x="135636" y="108204"/>
                </a:lnTo>
                <a:lnTo>
                  <a:pt x="135636" y="155402"/>
                </a:lnTo>
                <a:lnTo>
                  <a:pt x="153924" y="169164"/>
                </a:lnTo>
                <a:lnTo>
                  <a:pt x="163977" y="113368"/>
                </a:lnTo>
                <a:close/>
              </a:path>
              <a:path w="797560" h="227329">
                <a:moveTo>
                  <a:pt x="797052" y="170688"/>
                </a:moveTo>
                <a:lnTo>
                  <a:pt x="174151" y="56902"/>
                </a:lnTo>
                <a:lnTo>
                  <a:pt x="163977" y="113368"/>
                </a:lnTo>
                <a:lnTo>
                  <a:pt x="787908" y="227076"/>
                </a:lnTo>
                <a:lnTo>
                  <a:pt x="797052" y="1706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1422" y="1395984"/>
            <a:ext cx="158496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6562" y="1685544"/>
            <a:ext cx="156972" cy="1569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37210" y="3267455"/>
            <a:ext cx="156972" cy="15697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827397" y="3771900"/>
            <a:ext cx="62865" cy="6350"/>
          </a:xfrm>
          <a:custGeom>
            <a:avLst/>
            <a:gdLst/>
            <a:ahLst/>
            <a:cxnLst/>
            <a:rect l="l" t="t" r="r" b="b"/>
            <a:pathLst>
              <a:path w="62865" h="6350">
                <a:moveTo>
                  <a:pt x="62483" y="6095"/>
                </a:moveTo>
                <a:lnTo>
                  <a:pt x="54863" y="4571"/>
                </a:lnTo>
                <a:lnTo>
                  <a:pt x="47243" y="1523"/>
                </a:lnTo>
                <a:lnTo>
                  <a:pt x="39623" y="1523"/>
                </a:lnTo>
                <a:lnTo>
                  <a:pt x="30479" y="0"/>
                </a:lnTo>
                <a:lnTo>
                  <a:pt x="22859" y="1523"/>
                </a:lnTo>
                <a:lnTo>
                  <a:pt x="15239" y="1523"/>
                </a:lnTo>
                <a:lnTo>
                  <a:pt x="7619" y="4571"/>
                </a:lnTo>
                <a:lnTo>
                  <a:pt x="0" y="6095"/>
                </a:lnTo>
                <a:lnTo>
                  <a:pt x="62483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80153" y="3777996"/>
            <a:ext cx="156971" cy="15087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5272918" y="2484120"/>
            <a:ext cx="866140" cy="170815"/>
          </a:xfrm>
          <a:custGeom>
            <a:avLst/>
            <a:gdLst/>
            <a:ahLst/>
            <a:cxnLst/>
            <a:rect l="l" t="t" r="r" b="b"/>
            <a:pathLst>
              <a:path w="866139" h="170814">
                <a:moveTo>
                  <a:pt x="697969" y="113515"/>
                </a:moveTo>
                <a:lnTo>
                  <a:pt x="693321" y="55668"/>
                </a:lnTo>
                <a:lnTo>
                  <a:pt x="0" y="114300"/>
                </a:lnTo>
                <a:lnTo>
                  <a:pt x="4572" y="170688"/>
                </a:lnTo>
                <a:lnTo>
                  <a:pt x="697969" y="113515"/>
                </a:lnTo>
                <a:close/>
              </a:path>
              <a:path w="866139" h="170814">
                <a:moveTo>
                  <a:pt x="865632" y="70104"/>
                </a:moveTo>
                <a:lnTo>
                  <a:pt x="688848" y="0"/>
                </a:lnTo>
                <a:lnTo>
                  <a:pt x="693321" y="55668"/>
                </a:lnTo>
                <a:lnTo>
                  <a:pt x="720852" y="53340"/>
                </a:lnTo>
                <a:lnTo>
                  <a:pt x="725424" y="111252"/>
                </a:lnTo>
                <a:lnTo>
                  <a:pt x="725424" y="156587"/>
                </a:lnTo>
                <a:lnTo>
                  <a:pt x="865632" y="70104"/>
                </a:lnTo>
                <a:close/>
              </a:path>
              <a:path w="866139" h="170814">
                <a:moveTo>
                  <a:pt x="725424" y="111252"/>
                </a:moveTo>
                <a:lnTo>
                  <a:pt x="720852" y="53340"/>
                </a:lnTo>
                <a:lnTo>
                  <a:pt x="693321" y="55668"/>
                </a:lnTo>
                <a:lnTo>
                  <a:pt x="697969" y="113515"/>
                </a:lnTo>
                <a:lnTo>
                  <a:pt x="725424" y="111252"/>
                </a:lnTo>
                <a:close/>
              </a:path>
              <a:path w="866139" h="170814">
                <a:moveTo>
                  <a:pt x="725424" y="156587"/>
                </a:moveTo>
                <a:lnTo>
                  <a:pt x="725424" y="111252"/>
                </a:lnTo>
                <a:lnTo>
                  <a:pt x="697969" y="113515"/>
                </a:lnTo>
                <a:lnTo>
                  <a:pt x="702564" y="170688"/>
                </a:lnTo>
                <a:lnTo>
                  <a:pt x="725424" y="1565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0826" y="1900427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20490" y="3340608"/>
            <a:ext cx="156972" cy="1569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466" y="2476500"/>
            <a:ext cx="156972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483486" y="2540508"/>
            <a:ext cx="455930" cy="733425"/>
          </a:xfrm>
          <a:custGeom>
            <a:avLst/>
            <a:gdLst/>
            <a:ahLst/>
            <a:cxnLst/>
            <a:rect l="l" t="t" r="r" b="b"/>
            <a:pathLst>
              <a:path w="455929" h="733425">
                <a:moveTo>
                  <a:pt x="63084" y="572063"/>
                </a:moveTo>
                <a:lnTo>
                  <a:pt x="13716" y="542544"/>
                </a:lnTo>
                <a:lnTo>
                  <a:pt x="0" y="733044"/>
                </a:lnTo>
                <a:lnTo>
                  <a:pt x="48768" y="702218"/>
                </a:lnTo>
                <a:lnTo>
                  <a:pt x="48768" y="595884"/>
                </a:lnTo>
                <a:lnTo>
                  <a:pt x="63084" y="572063"/>
                </a:lnTo>
                <a:close/>
              </a:path>
              <a:path w="455929" h="733425">
                <a:moveTo>
                  <a:pt x="111762" y="601169"/>
                </a:moveTo>
                <a:lnTo>
                  <a:pt x="63084" y="572063"/>
                </a:lnTo>
                <a:lnTo>
                  <a:pt x="48768" y="595884"/>
                </a:lnTo>
                <a:lnTo>
                  <a:pt x="97536" y="624840"/>
                </a:lnTo>
                <a:lnTo>
                  <a:pt x="111762" y="601169"/>
                </a:lnTo>
                <a:close/>
              </a:path>
              <a:path w="455929" h="733425">
                <a:moveTo>
                  <a:pt x="161544" y="630936"/>
                </a:moveTo>
                <a:lnTo>
                  <a:pt x="111762" y="601169"/>
                </a:lnTo>
                <a:lnTo>
                  <a:pt x="97536" y="624840"/>
                </a:lnTo>
                <a:lnTo>
                  <a:pt x="48768" y="595884"/>
                </a:lnTo>
                <a:lnTo>
                  <a:pt x="48768" y="702218"/>
                </a:lnTo>
                <a:lnTo>
                  <a:pt x="161544" y="630936"/>
                </a:lnTo>
                <a:close/>
              </a:path>
              <a:path w="455929" h="733425">
                <a:moveTo>
                  <a:pt x="455676" y="28956"/>
                </a:moveTo>
                <a:lnTo>
                  <a:pt x="406908" y="0"/>
                </a:lnTo>
                <a:lnTo>
                  <a:pt x="63084" y="572063"/>
                </a:lnTo>
                <a:lnTo>
                  <a:pt x="111762" y="601169"/>
                </a:lnTo>
                <a:lnTo>
                  <a:pt x="455676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8862" y="1972055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56226" y="3195828"/>
            <a:ext cx="156972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08838" y="4492752"/>
            <a:ext cx="156972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3925" y="3707892"/>
            <a:ext cx="192023" cy="7010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242930" y="3777996"/>
            <a:ext cx="757555" cy="386080"/>
          </a:xfrm>
          <a:custGeom>
            <a:avLst/>
            <a:gdLst/>
            <a:ahLst/>
            <a:cxnLst/>
            <a:rect l="l" t="t" r="r" b="b"/>
            <a:pathLst>
              <a:path w="757554" h="386079">
                <a:moveTo>
                  <a:pt x="76240" y="0"/>
                </a:moveTo>
                <a:lnTo>
                  <a:pt x="0" y="0"/>
                </a:lnTo>
                <a:lnTo>
                  <a:pt x="60723" y="86867"/>
                </a:lnTo>
                <a:lnTo>
                  <a:pt x="63771" y="81279"/>
                </a:lnTo>
                <a:lnTo>
                  <a:pt x="63771" y="22859"/>
                </a:lnTo>
                <a:lnTo>
                  <a:pt x="76240" y="0"/>
                </a:lnTo>
                <a:close/>
              </a:path>
              <a:path w="757554" h="386079">
                <a:moveTo>
                  <a:pt x="108105" y="0"/>
                </a:moveTo>
                <a:lnTo>
                  <a:pt x="76240" y="0"/>
                </a:lnTo>
                <a:lnTo>
                  <a:pt x="63771" y="22859"/>
                </a:lnTo>
                <a:lnTo>
                  <a:pt x="88338" y="36239"/>
                </a:lnTo>
                <a:lnTo>
                  <a:pt x="108105" y="0"/>
                </a:lnTo>
                <a:close/>
              </a:path>
              <a:path w="757554" h="386079">
                <a:moveTo>
                  <a:pt x="88338" y="36239"/>
                </a:moveTo>
                <a:lnTo>
                  <a:pt x="63771" y="22859"/>
                </a:lnTo>
                <a:lnTo>
                  <a:pt x="63771" y="81279"/>
                </a:lnTo>
                <a:lnTo>
                  <a:pt x="88338" y="36239"/>
                </a:lnTo>
                <a:close/>
              </a:path>
              <a:path w="757554" h="386079">
                <a:moveTo>
                  <a:pt x="757191" y="335279"/>
                </a:moveTo>
                <a:lnTo>
                  <a:pt x="141572" y="0"/>
                </a:lnTo>
                <a:lnTo>
                  <a:pt x="108105" y="0"/>
                </a:lnTo>
                <a:lnTo>
                  <a:pt x="88338" y="36239"/>
                </a:lnTo>
                <a:lnTo>
                  <a:pt x="729759" y="385571"/>
                </a:lnTo>
                <a:lnTo>
                  <a:pt x="757191" y="335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8502" y="2260092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4058" y="3557016"/>
            <a:ext cx="156972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1342" y="4133088"/>
            <a:ext cx="156972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690750" y="3390900"/>
            <a:ext cx="871855" cy="342900"/>
          </a:xfrm>
          <a:custGeom>
            <a:avLst/>
            <a:gdLst/>
            <a:ahLst/>
            <a:cxnLst/>
            <a:rect l="l" t="t" r="r" b="b"/>
            <a:pathLst>
              <a:path w="871854" h="342900">
                <a:moveTo>
                  <a:pt x="718423" y="234865"/>
                </a:moveTo>
                <a:lnTo>
                  <a:pt x="16764" y="0"/>
                </a:lnTo>
                <a:lnTo>
                  <a:pt x="0" y="54864"/>
                </a:lnTo>
                <a:lnTo>
                  <a:pt x="700296" y="289764"/>
                </a:lnTo>
                <a:lnTo>
                  <a:pt x="718423" y="234865"/>
                </a:lnTo>
                <a:close/>
              </a:path>
              <a:path w="871854" h="342900">
                <a:moveTo>
                  <a:pt x="745236" y="334333"/>
                </a:moveTo>
                <a:lnTo>
                  <a:pt x="745236" y="243840"/>
                </a:lnTo>
                <a:lnTo>
                  <a:pt x="726948" y="298704"/>
                </a:lnTo>
                <a:lnTo>
                  <a:pt x="700296" y="289764"/>
                </a:lnTo>
                <a:lnTo>
                  <a:pt x="682752" y="342900"/>
                </a:lnTo>
                <a:lnTo>
                  <a:pt x="745236" y="334333"/>
                </a:lnTo>
                <a:close/>
              </a:path>
              <a:path w="871854" h="342900">
                <a:moveTo>
                  <a:pt x="745236" y="243840"/>
                </a:moveTo>
                <a:lnTo>
                  <a:pt x="718423" y="234865"/>
                </a:lnTo>
                <a:lnTo>
                  <a:pt x="700296" y="289764"/>
                </a:lnTo>
                <a:lnTo>
                  <a:pt x="726948" y="298704"/>
                </a:lnTo>
                <a:lnTo>
                  <a:pt x="745236" y="243840"/>
                </a:lnTo>
                <a:close/>
              </a:path>
              <a:path w="871854" h="342900">
                <a:moveTo>
                  <a:pt x="871728" y="316992"/>
                </a:moveTo>
                <a:lnTo>
                  <a:pt x="736092" y="181356"/>
                </a:lnTo>
                <a:lnTo>
                  <a:pt x="718423" y="234865"/>
                </a:lnTo>
                <a:lnTo>
                  <a:pt x="745236" y="243840"/>
                </a:lnTo>
                <a:lnTo>
                  <a:pt x="745236" y="334333"/>
                </a:lnTo>
                <a:lnTo>
                  <a:pt x="871728" y="3169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1446" y="1827276"/>
            <a:ext cx="158496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02870" y="2188464"/>
            <a:ext cx="158496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2634" y="4709160"/>
            <a:ext cx="156972" cy="1569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16202" y="4852416"/>
            <a:ext cx="156972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332353" y="3393948"/>
            <a:ext cx="782955" cy="384175"/>
          </a:xfrm>
          <a:custGeom>
            <a:avLst/>
            <a:gdLst/>
            <a:ahLst/>
            <a:cxnLst/>
            <a:rect l="l" t="t" r="r" b="b"/>
            <a:pathLst>
              <a:path w="782954" h="384175">
                <a:moveTo>
                  <a:pt x="686164" y="384047"/>
                </a:moveTo>
                <a:lnTo>
                  <a:pt x="28955" y="0"/>
                </a:lnTo>
                <a:lnTo>
                  <a:pt x="0" y="48767"/>
                </a:lnTo>
                <a:lnTo>
                  <a:pt x="573753" y="384047"/>
                </a:lnTo>
                <a:lnTo>
                  <a:pt x="686164" y="384047"/>
                </a:lnTo>
                <a:close/>
              </a:path>
              <a:path w="782954" h="384175">
                <a:moveTo>
                  <a:pt x="782682" y="384047"/>
                </a:moveTo>
                <a:lnTo>
                  <a:pt x="772667" y="368807"/>
                </a:lnTo>
                <a:lnTo>
                  <a:pt x="763869" y="384047"/>
                </a:lnTo>
                <a:lnTo>
                  <a:pt x="782682" y="3840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06107" y="3777996"/>
            <a:ext cx="304165" cy="144780"/>
          </a:xfrm>
          <a:custGeom>
            <a:avLst/>
            <a:gdLst/>
            <a:ahLst/>
            <a:cxnLst/>
            <a:rect l="l" t="t" r="r" b="b"/>
            <a:pathLst>
              <a:path w="304164" h="144779">
                <a:moveTo>
                  <a:pt x="170514" y="33953"/>
                </a:moveTo>
                <a:lnTo>
                  <a:pt x="112411" y="0"/>
                </a:lnTo>
                <a:lnTo>
                  <a:pt x="0" y="0"/>
                </a:lnTo>
                <a:lnTo>
                  <a:pt x="142157" y="83071"/>
                </a:lnTo>
                <a:lnTo>
                  <a:pt x="170514" y="33953"/>
                </a:lnTo>
                <a:close/>
              </a:path>
              <a:path w="304164" h="144779">
                <a:moveTo>
                  <a:pt x="195866" y="137854"/>
                </a:moveTo>
                <a:lnTo>
                  <a:pt x="195866" y="48767"/>
                </a:lnTo>
                <a:lnTo>
                  <a:pt x="166910" y="97535"/>
                </a:lnTo>
                <a:lnTo>
                  <a:pt x="142157" y="83071"/>
                </a:lnTo>
                <a:lnTo>
                  <a:pt x="113570" y="132587"/>
                </a:lnTo>
                <a:lnTo>
                  <a:pt x="195866" y="137854"/>
                </a:lnTo>
                <a:close/>
              </a:path>
              <a:path w="304164" h="144779">
                <a:moveTo>
                  <a:pt x="195866" y="48767"/>
                </a:moveTo>
                <a:lnTo>
                  <a:pt x="170514" y="33953"/>
                </a:lnTo>
                <a:lnTo>
                  <a:pt x="142157" y="83071"/>
                </a:lnTo>
                <a:lnTo>
                  <a:pt x="166910" y="97535"/>
                </a:lnTo>
                <a:lnTo>
                  <a:pt x="195866" y="48767"/>
                </a:lnTo>
                <a:close/>
              </a:path>
              <a:path w="304164" h="144779">
                <a:moveTo>
                  <a:pt x="304070" y="144779"/>
                </a:moveTo>
                <a:lnTo>
                  <a:pt x="208929" y="0"/>
                </a:lnTo>
                <a:lnTo>
                  <a:pt x="190115" y="0"/>
                </a:lnTo>
                <a:lnTo>
                  <a:pt x="170514" y="33953"/>
                </a:lnTo>
                <a:lnTo>
                  <a:pt x="195866" y="48767"/>
                </a:lnTo>
                <a:lnTo>
                  <a:pt x="195866" y="137854"/>
                </a:lnTo>
                <a:lnTo>
                  <a:pt x="304070" y="144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69714" y="1827276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2430" y="2188464"/>
            <a:ext cx="156972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2634" y="4347972"/>
            <a:ext cx="156972" cy="1584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28166" y="4636008"/>
            <a:ext cx="156972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769998" y="3051048"/>
            <a:ext cx="805180" cy="393700"/>
          </a:xfrm>
          <a:custGeom>
            <a:avLst/>
            <a:gdLst/>
            <a:ahLst/>
            <a:cxnLst/>
            <a:rect l="l" t="t" r="r" b="b"/>
            <a:pathLst>
              <a:path w="805179" h="393700">
                <a:moveTo>
                  <a:pt x="192024" y="0"/>
                </a:moveTo>
                <a:lnTo>
                  <a:pt x="0" y="7620"/>
                </a:lnTo>
                <a:lnTo>
                  <a:pt x="118872" y="153576"/>
                </a:lnTo>
                <a:lnTo>
                  <a:pt x="118872" y="91440"/>
                </a:lnTo>
                <a:lnTo>
                  <a:pt x="141732" y="39624"/>
                </a:lnTo>
                <a:lnTo>
                  <a:pt x="168212" y="51676"/>
                </a:lnTo>
                <a:lnTo>
                  <a:pt x="192024" y="0"/>
                </a:lnTo>
                <a:close/>
              </a:path>
              <a:path w="805179" h="393700">
                <a:moveTo>
                  <a:pt x="168212" y="51676"/>
                </a:moveTo>
                <a:lnTo>
                  <a:pt x="141732" y="39624"/>
                </a:lnTo>
                <a:lnTo>
                  <a:pt x="118872" y="91440"/>
                </a:lnTo>
                <a:lnTo>
                  <a:pt x="144501" y="103132"/>
                </a:lnTo>
                <a:lnTo>
                  <a:pt x="168212" y="51676"/>
                </a:lnTo>
                <a:close/>
              </a:path>
              <a:path w="805179" h="393700">
                <a:moveTo>
                  <a:pt x="144501" y="103132"/>
                </a:moveTo>
                <a:lnTo>
                  <a:pt x="118872" y="91440"/>
                </a:lnTo>
                <a:lnTo>
                  <a:pt x="118872" y="153576"/>
                </a:lnTo>
                <a:lnTo>
                  <a:pt x="120396" y="155448"/>
                </a:lnTo>
                <a:lnTo>
                  <a:pt x="144501" y="103132"/>
                </a:lnTo>
                <a:close/>
              </a:path>
              <a:path w="805179" h="393700">
                <a:moveTo>
                  <a:pt x="804672" y="341376"/>
                </a:moveTo>
                <a:lnTo>
                  <a:pt x="168212" y="51676"/>
                </a:lnTo>
                <a:lnTo>
                  <a:pt x="144501" y="103132"/>
                </a:lnTo>
                <a:lnTo>
                  <a:pt x="780288" y="393192"/>
                </a:lnTo>
                <a:lnTo>
                  <a:pt x="804672" y="3413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2454" y="1755648"/>
            <a:ext cx="156972" cy="1584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3306" y="3340608"/>
            <a:ext cx="156972" cy="1569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68502" y="2403348"/>
            <a:ext cx="156972" cy="158496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837054" y="2788920"/>
            <a:ext cx="797560" cy="226060"/>
          </a:xfrm>
          <a:custGeom>
            <a:avLst/>
            <a:gdLst/>
            <a:ahLst/>
            <a:cxnLst/>
            <a:rect l="l" t="t" r="r" b="b"/>
            <a:pathLst>
              <a:path w="797560" h="226060">
                <a:moveTo>
                  <a:pt x="632988" y="111872"/>
                </a:moveTo>
                <a:lnTo>
                  <a:pt x="622722" y="55411"/>
                </a:lnTo>
                <a:lnTo>
                  <a:pt x="0" y="169164"/>
                </a:lnTo>
                <a:lnTo>
                  <a:pt x="10668" y="225552"/>
                </a:lnTo>
                <a:lnTo>
                  <a:pt x="632988" y="111872"/>
                </a:lnTo>
                <a:close/>
              </a:path>
              <a:path w="797560" h="226060">
                <a:moveTo>
                  <a:pt x="797052" y="53340"/>
                </a:moveTo>
                <a:lnTo>
                  <a:pt x="612648" y="0"/>
                </a:lnTo>
                <a:lnTo>
                  <a:pt x="622722" y="55411"/>
                </a:lnTo>
                <a:lnTo>
                  <a:pt x="650748" y="50292"/>
                </a:lnTo>
                <a:lnTo>
                  <a:pt x="661416" y="106680"/>
                </a:lnTo>
                <a:lnTo>
                  <a:pt x="661416" y="154059"/>
                </a:lnTo>
                <a:lnTo>
                  <a:pt x="797052" y="53340"/>
                </a:lnTo>
                <a:close/>
              </a:path>
              <a:path w="797560" h="226060">
                <a:moveTo>
                  <a:pt x="661416" y="106680"/>
                </a:moveTo>
                <a:lnTo>
                  <a:pt x="650748" y="50292"/>
                </a:lnTo>
                <a:lnTo>
                  <a:pt x="622722" y="55411"/>
                </a:lnTo>
                <a:lnTo>
                  <a:pt x="632988" y="111872"/>
                </a:lnTo>
                <a:lnTo>
                  <a:pt x="661416" y="106680"/>
                </a:lnTo>
                <a:close/>
              </a:path>
              <a:path w="797560" h="226060">
                <a:moveTo>
                  <a:pt x="661416" y="154059"/>
                </a:moveTo>
                <a:lnTo>
                  <a:pt x="661416" y="106680"/>
                </a:lnTo>
                <a:lnTo>
                  <a:pt x="632988" y="111872"/>
                </a:lnTo>
                <a:lnTo>
                  <a:pt x="643128" y="167640"/>
                </a:lnTo>
                <a:lnTo>
                  <a:pt x="661416" y="1540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6538" y="1755648"/>
            <a:ext cx="156972" cy="1584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9714" y="1972055"/>
            <a:ext cx="156972" cy="1569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2430" y="3485388"/>
            <a:ext cx="156972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20489" y="3628644"/>
            <a:ext cx="156971" cy="1493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464685" y="3777996"/>
            <a:ext cx="64135" cy="7620"/>
          </a:xfrm>
          <a:custGeom>
            <a:avLst/>
            <a:gdLst/>
            <a:ahLst/>
            <a:cxnLst/>
            <a:rect l="l" t="t" r="r" b="b"/>
            <a:pathLst>
              <a:path w="64134" h="7620">
                <a:moveTo>
                  <a:pt x="64007" y="0"/>
                </a:moveTo>
                <a:lnTo>
                  <a:pt x="0" y="0"/>
                </a:lnTo>
                <a:lnTo>
                  <a:pt x="3047" y="1523"/>
                </a:lnTo>
                <a:lnTo>
                  <a:pt x="10667" y="3047"/>
                </a:lnTo>
                <a:lnTo>
                  <a:pt x="18287" y="6095"/>
                </a:lnTo>
                <a:lnTo>
                  <a:pt x="25907" y="6095"/>
                </a:lnTo>
                <a:lnTo>
                  <a:pt x="33527" y="7619"/>
                </a:lnTo>
                <a:lnTo>
                  <a:pt x="42671" y="6095"/>
                </a:lnTo>
                <a:lnTo>
                  <a:pt x="50291" y="6095"/>
                </a:lnTo>
                <a:lnTo>
                  <a:pt x="57911" y="3047"/>
                </a:lnTo>
                <a:lnTo>
                  <a:pt x="640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4267078" y="2580132"/>
            <a:ext cx="654050" cy="218440"/>
          </a:xfrm>
          <a:custGeom>
            <a:avLst/>
            <a:gdLst/>
            <a:ahLst/>
            <a:cxnLst/>
            <a:rect l="l" t="t" r="r" b="b"/>
            <a:pathLst>
              <a:path w="654050" h="218439">
                <a:moveTo>
                  <a:pt x="185928" y="0"/>
                </a:moveTo>
                <a:lnTo>
                  <a:pt x="0" y="45720"/>
                </a:lnTo>
                <a:lnTo>
                  <a:pt x="134112" y="155199"/>
                </a:lnTo>
                <a:lnTo>
                  <a:pt x="134112" y="105156"/>
                </a:lnTo>
                <a:lnTo>
                  <a:pt x="146304" y="48768"/>
                </a:lnTo>
                <a:lnTo>
                  <a:pt x="173930" y="54990"/>
                </a:lnTo>
                <a:lnTo>
                  <a:pt x="185928" y="0"/>
                </a:lnTo>
                <a:close/>
              </a:path>
              <a:path w="654050" h="218439">
                <a:moveTo>
                  <a:pt x="173930" y="54990"/>
                </a:moveTo>
                <a:lnTo>
                  <a:pt x="146304" y="48768"/>
                </a:lnTo>
                <a:lnTo>
                  <a:pt x="134112" y="105156"/>
                </a:lnTo>
                <a:lnTo>
                  <a:pt x="161649" y="111275"/>
                </a:lnTo>
                <a:lnTo>
                  <a:pt x="173930" y="54990"/>
                </a:lnTo>
                <a:close/>
              </a:path>
              <a:path w="654050" h="218439">
                <a:moveTo>
                  <a:pt x="161649" y="111275"/>
                </a:moveTo>
                <a:lnTo>
                  <a:pt x="134112" y="105156"/>
                </a:lnTo>
                <a:lnTo>
                  <a:pt x="134112" y="155199"/>
                </a:lnTo>
                <a:lnTo>
                  <a:pt x="149352" y="167640"/>
                </a:lnTo>
                <a:lnTo>
                  <a:pt x="161649" y="111275"/>
                </a:lnTo>
                <a:close/>
              </a:path>
              <a:path w="654050" h="218439">
                <a:moveTo>
                  <a:pt x="653796" y="163068"/>
                </a:moveTo>
                <a:lnTo>
                  <a:pt x="173930" y="54990"/>
                </a:lnTo>
                <a:lnTo>
                  <a:pt x="161649" y="111275"/>
                </a:lnTo>
                <a:lnTo>
                  <a:pt x="641604" y="217932"/>
                </a:lnTo>
                <a:lnTo>
                  <a:pt x="653796" y="1630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4910" y="1900427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8526" y="2333244"/>
            <a:ext cx="156972" cy="1569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11758" y="3412236"/>
            <a:ext cx="156972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914778" y="2887980"/>
            <a:ext cx="657225" cy="269875"/>
          </a:xfrm>
          <a:custGeom>
            <a:avLst/>
            <a:gdLst/>
            <a:ahLst/>
            <a:cxnLst/>
            <a:rect l="l" t="t" r="r" b="b"/>
            <a:pathLst>
              <a:path w="657225" h="269875">
                <a:moveTo>
                  <a:pt x="153769" y="161595"/>
                </a:moveTo>
                <a:lnTo>
                  <a:pt x="135636" y="108204"/>
                </a:lnTo>
                <a:lnTo>
                  <a:pt x="0" y="242316"/>
                </a:lnTo>
                <a:lnTo>
                  <a:pt x="126492" y="260530"/>
                </a:lnTo>
                <a:lnTo>
                  <a:pt x="126492" y="170688"/>
                </a:lnTo>
                <a:lnTo>
                  <a:pt x="153769" y="161595"/>
                </a:lnTo>
                <a:close/>
              </a:path>
              <a:path w="657225" h="269875">
                <a:moveTo>
                  <a:pt x="172366" y="216356"/>
                </a:moveTo>
                <a:lnTo>
                  <a:pt x="153769" y="161595"/>
                </a:lnTo>
                <a:lnTo>
                  <a:pt x="126492" y="170688"/>
                </a:lnTo>
                <a:lnTo>
                  <a:pt x="144780" y="225552"/>
                </a:lnTo>
                <a:lnTo>
                  <a:pt x="172366" y="216356"/>
                </a:lnTo>
                <a:close/>
              </a:path>
              <a:path w="657225" h="269875">
                <a:moveTo>
                  <a:pt x="190500" y="269748"/>
                </a:moveTo>
                <a:lnTo>
                  <a:pt x="172366" y="216356"/>
                </a:lnTo>
                <a:lnTo>
                  <a:pt x="144780" y="225552"/>
                </a:lnTo>
                <a:lnTo>
                  <a:pt x="126492" y="170688"/>
                </a:lnTo>
                <a:lnTo>
                  <a:pt x="126492" y="260530"/>
                </a:lnTo>
                <a:lnTo>
                  <a:pt x="190500" y="269748"/>
                </a:lnTo>
                <a:close/>
              </a:path>
              <a:path w="657225" h="269875">
                <a:moveTo>
                  <a:pt x="656844" y="54864"/>
                </a:moveTo>
                <a:lnTo>
                  <a:pt x="638556" y="0"/>
                </a:lnTo>
                <a:lnTo>
                  <a:pt x="153769" y="161595"/>
                </a:lnTo>
                <a:lnTo>
                  <a:pt x="172366" y="216356"/>
                </a:lnTo>
                <a:lnTo>
                  <a:pt x="656844" y="54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4910" y="1900427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8526" y="2333244"/>
            <a:ext cx="156972" cy="1569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11758" y="3412236"/>
            <a:ext cx="156972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5262250" y="2842260"/>
            <a:ext cx="661670" cy="384175"/>
          </a:xfrm>
          <a:custGeom>
            <a:avLst/>
            <a:gdLst/>
            <a:ahLst/>
            <a:cxnLst/>
            <a:rect l="l" t="t" r="r" b="b"/>
            <a:pathLst>
              <a:path w="661670" h="384175">
                <a:moveTo>
                  <a:pt x="524522" y="108691"/>
                </a:moveTo>
                <a:lnTo>
                  <a:pt x="496753" y="57782"/>
                </a:lnTo>
                <a:lnTo>
                  <a:pt x="0" y="333756"/>
                </a:lnTo>
                <a:lnTo>
                  <a:pt x="27432" y="384048"/>
                </a:lnTo>
                <a:lnTo>
                  <a:pt x="524522" y="108691"/>
                </a:lnTo>
                <a:close/>
              </a:path>
              <a:path w="661670" h="384175">
                <a:moveTo>
                  <a:pt x="661416" y="0"/>
                </a:moveTo>
                <a:lnTo>
                  <a:pt x="469392" y="7620"/>
                </a:lnTo>
                <a:lnTo>
                  <a:pt x="496753" y="57782"/>
                </a:lnTo>
                <a:lnTo>
                  <a:pt x="521208" y="44196"/>
                </a:lnTo>
                <a:lnTo>
                  <a:pt x="550164" y="94488"/>
                </a:lnTo>
                <a:lnTo>
                  <a:pt x="550164" y="155702"/>
                </a:lnTo>
                <a:lnTo>
                  <a:pt x="551688" y="158496"/>
                </a:lnTo>
                <a:lnTo>
                  <a:pt x="661416" y="0"/>
                </a:lnTo>
                <a:close/>
              </a:path>
              <a:path w="661670" h="384175">
                <a:moveTo>
                  <a:pt x="550164" y="94488"/>
                </a:moveTo>
                <a:lnTo>
                  <a:pt x="521208" y="44196"/>
                </a:lnTo>
                <a:lnTo>
                  <a:pt x="496753" y="57782"/>
                </a:lnTo>
                <a:lnTo>
                  <a:pt x="524522" y="108691"/>
                </a:lnTo>
                <a:lnTo>
                  <a:pt x="550164" y="94488"/>
                </a:lnTo>
                <a:close/>
              </a:path>
              <a:path w="661670" h="384175">
                <a:moveTo>
                  <a:pt x="550164" y="155702"/>
                </a:moveTo>
                <a:lnTo>
                  <a:pt x="550164" y="94488"/>
                </a:lnTo>
                <a:lnTo>
                  <a:pt x="524522" y="108691"/>
                </a:lnTo>
                <a:lnTo>
                  <a:pt x="550164" y="1557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1006" y="2043683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5350" y="2260092"/>
            <a:ext cx="156972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3642" y="4852416"/>
            <a:ext cx="156972" cy="1569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022" y="4780788"/>
            <a:ext cx="158496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552066" y="3605784"/>
            <a:ext cx="794385" cy="170815"/>
          </a:xfrm>
          <a:custGeom>
            <a:avLst/>
            <a:gdLst/>
            <a:ahLst/>
            <a:cxnLst/>
            <a:rect l="l" t="t" r="r" b="b"/>
            <a:pathLst>
              <a:path w="794385" h="170814">
                <a:moveTo>
                  <a:pt x="626877" y="56838"/>
                </a:moveTo>
                <a:lnTo>
                  <a:pt x="4572" y="0"/>
                </a:lnTo>
                <a:lnTo>
                  <a:pt x="0" y="56388"/>
                </a:lnTo>
                <a:lnTo>
                  <a:pt x="621193" y="114716"/>
                </a:lnTo>
                <a:lnTo>
                  <a:pt x="626877" y="56838"/>
                </a:lnTo>
                <a:close/>
              </a:path>
              <a:path w="794385" h="170814">
                <a:moveTo>
                  <a:pt x="655320" y="155448"/>
                </a:moveTo>
                <a:lnTo>
                  <a:pt x="655320" y="59436"/>
                </a:lnTo>
                <a:lnTo>
                  <a:pt x="649224" y="117348"/>
                </a:lnTo>
                <a:lnTo>
                  <a:pt x="621193" y="114716"/>
                </a:lnTo>
                <a:lnTo>
                  <a:pt x="615696" y="170688"/>
                </a:lnTo>
                <a:lnTo>
                  <a:pt x="655320" y="155448"/>
                </a:lnTo>
                <a:close/>
              </a:path>
              <a:path w="794385" h="170814">
                <a:moveTo>
                  <a:pt x="655320" y="59436"/>
                </a:moveTo>
                <a:lnTo>
                  <a:pt x="626877" y="56838"/>
                </a:lnTo>
                <a:lnTo>
                  <a:pt x="621193" y="114716"/>
                </a:lnTo>
                <a:lnTo>
                  <a:pt x="649224" y="117348"/>
                </a:lnTo>
                <a:lnTo>
                  <a:pt x="655320" y="59436"/>
                </a:lnTo>
                <a:close/>
              </a:path>
              <a:path w="794385" h="170814">
                <a:moveTo>
                  <a:pt x="794004" y="102108"/>
                </a:moveTo>
                <a:lnTo>
                  <a:pt x="632460" y="0"/>
                </a:lnTo>
                <a:lnTo>
                  <a:pt x="626877" y="56838"/>
                </a:lnTo>
                <a:lnTo>
                  <a:pt x="655320" y="59436"/>
                </a:lnTo>
                <a:lnTo>
                  <a:pt x="655320" y="155448"/>
                </a:lnTo>
                <a:lnTo>
                  <a:pt x="794004" y="1021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3722" y="2692908"/>
            <a:ext cx="158496" cy="1569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03926" y="3843528"/>
            <a:ext cx="156972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17414" y="5356860"/>
            <a:ext cx="156972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687494" y="3273552"/>
            <a:ext cx="306705" cy="504825"/>
          </a:xfrm>
          <a:custGeom>
            <a:avLst/>
            <a:gdLst/>
            <a:ahLst/>
            <a:cxnLst/>
            <a:rect l="l" t="t" r="r" b="b"/>
            <a:pathLst>
              <a:path w="306704" h="504825">
                <a:moveTo>
                  <a:pt x="250223" y="164775"/>
                </a:moveTo>
                <a:lnTo>
                  <a:pt x="199931" y="137343"/>
                </a:lnTo>
                <a:lnTo>
                  <a:pt x="0" y="504443"/>
                </a:lnTo>
                <a:lnTo>
                  <a:pt x="65232" y="504443"/>
                </a:lnTo>
                <a:lnTo>
                  <a:pt x="250223" y="164775"/>
                </a:lnTo>
                <a:close/>
              </a:path>
              <a:path w="306704" h="504825">
                <a:moveTo>
                  <a:pt x="306275" y="0"/>
                </a:moveTo>
                <a:lnTo>
                  <a:pt x="149303" y="109727"/>
                </a:lnTo>
                <a:lnTo>
                  <a:pt x="199931" y="137343"/>
                </a:lnTo>
                <a:lnTo>
                  <a:pt x="213311" y="112775"/>
                </a:lnTo>
                <a:lnTo>
                  <a:pt x="263603" y="140207"/>
                </a:lnTo>
                <a:lnTo>
                  <a:pt x="263603" y="172073"/>
                </a:lnTo>
                <a:lnTo>
                  <a:pt x="300179" y="192023"/>
                </a:lnTo>
                <a:lnTo>
                  <a:pt x="306275" y="0"/>
                </a:lnTo>
                <a:close/>
              </a:path>
              <a:path w="306704" h="504825">
                <a:moveTo>
                  <a:pt x="263603" y="140207"/>
                </a:moveTo>
                <a:lnTo>
                  <a:pt x="213311" y="112775"/>
                </a:lnTo>
                <a:lnTo>
                  <a:pt x="199931" y="137343"/>
                </a:lnTo>
                <a:lnTo>
                  <a:pt x="250223" y="164775"/>
                </a:lnTo>
                <a:lnTo>
                  <a:pt x="263603" y="140207"/>
                </a:lnTo>
                <a:close/>
              </a:path>
              <a:path w="306704" h="504825">
                <a:moveTo>
                  <a:pt x="263603" y="172073"/>
                </a:moveTo>
                <a:lnTo>
                  <a:pt x="263603" y="140207"/>
                </a:lnTo>
                <a:lnTo>
                  <a:pt x="250223" y="164775"/>
                </a:lnTo>
                <a:lnTo>
                  <a:pt x="263603" y="1720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8093" y="3777996"/>
            <a:ext cx="214629" cy="302260"/>
          </a:xfrm>
          <a:custGeom>
            <a:avLst/>
            <a:gdLst/>
            <a:ahLst/>
            <a:cxnLst/>
            <a:rect l="l" t="t" r="r" b="b"/>
            <a:pathLst>
              <a:path w="214629" h="302260">
                <a:moveTo>
                  <a:pt x="214632" y="0"/>
                </a:moveTo>
                <a:lnTo>
                  <a:pt x="149400" y="0"/>
                </a:lnTo>
                <a:lnTo>
                  <a:pt x="0" y="274319"/>
                </a:lnTo>
                <a:lnTo>
                  <a:pt x="50291" y="301751"/>
                </a:lnTo>
                <a:lnTo>
                  <a:pt x="214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0490" y="1972055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2297" y="3195828"/>
            <a:ext cx="158496" cy="1569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08838" y="2403348"/>
            <a:ext cx="156972" cy="1584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32610" y="3916680"/>
            <a:ext cx="156972" cy="156972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5763646" y="2987040"/>
            <a:ext cx="807720" cy="528955"/>
          </a:xfrm>
          <a:custGeom>
            <a:avLst/>
            <a:gdLst/>
            <a:ahLst/>
            <a:cxnLst/>
            <a:rect l="l" t="t" r="r" b="b"/>
            <a:pathLst>
              <a:path w="807720" h="528954">
                <a:moveTo>
                  <a:pt x="677723" y="116412"/>
                </a:moveTo>
                <a:lnTo>
                  <a:pt x="646225" y="67357"/>
                </a:lnTo>
                <a:lnTo>
                  <a:pt x="0" y="480060"/>
                </a:lnTo>
                <a:lnTo>
                  <a:pt x="30480" y="528828"/>
                </a:lnTo>
                <a:lnTo>
                  <a:pt x="677723" y="116412"/>
                </a:lnTo>
                <a:close/>
              </a:path>
              <a:path w="807720" h="528954">
                <a:moveTo>
                  <a:pt x="807720" y="0"/>
                </a:moveTo>
                <a:lnTo>
                  <a:pt x="615696" y="19812"/>
                </a:lnTo>
                <a:lnTo>
                  <a:pt x="646225" y="67357"/>
                </a:lnTo>
                <a:lnTo>
                  <a:pt x="670560" y="51816"/>
                </a:lnTo>
                <a:lnTo>
                  <a:pt x="702564" y="100584"/>
                </a:lnTo>
                <a:lnTo>
                  <a:pt x="702564" y="155098"/>
                </a:lnTo>
                <a:lnTo>
                  <a:pt x="708660" y="164592"/>
                </a:lnTo>
                <a:lnTo>
                  <a:pt x="807720" y="0"/>
                </a:lnTo>
                <a:close/>
              </a:path>
              <a:path w="807720" h="528954">
                <a:moveTo>
                  <a:pt x="702564" y="100584"/>
                </a:moveTo>
                <a:lnTo>
                  <a:pt x="670560" y="51816"/>
                </a:lnTo>
                <a:lnTo>
                  <a:pt x="646225" y="67357"/>
                </a:lnTo>
                <a:lnTo>
                  <a:pt x="677723" y="116412"/>
                </a:lnTo>
                <a:lnTo>
                  <a:pt x="702564" y="100584"/>
                </a:lnTo>
                <a:close/>
              </a:path>
              <a:path w="807720" h="528954">
                <a:moveTo>
                  <a:pt x="702564" y="155098"/>
                </a:moveTo>
                <a:lnTo>
                  <a:pt x="702564" y="100584"/>
                </a:lnTo>
                <a:lnTo>
                  <a:pt x="677723" y="116412"/>
                </a:lnTo>
                <a:lnTo>
                  <a:pt x="702564" y="1550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7854" y="1972055"/>
            <a:ext cx="156972" cy="1569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9278" y="2260092"/>
            <a:ext cx="156972" cy="1569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02870" y="4995672"/>
            <a:ext cx="158496" cy="1584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08526" y="4995672"/>
            <a:ext cx="156972" cy="158496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7093" y="3707892"/>
            <a:ext cx="188975" cy="7010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466721" y="3777996"/>
            <a:ext cx="839469" cy="528955"/>
          </a:xfrm>
          <a:custGeom>
            <a:avLst/>
            <a:gdLst/>
            <a:ahLst/>
            <a:cxnLst/>
            <a:rect l="l" t="t" r="r" b="b"/>
            <a:pathLst>
              <a:path w="839470" h="528954">
                <a:moveTo>
                  <a:pt x="753208" y="48024"/>
                </a:moveTo>
                <a:lnTo>
                  <a:pt x="721790" y="390"/>
                </a:lnTo>
                <a:lnTo>
                  <a:pt x="0" y="481583"/>
                </a:lnTo>
                <a:lnTo>
                  <a:pt x="32003" y="528827"/>
                </a:lnTo>
                <a:lnTo>
                  <a:pt x="753208" y="48024"/>
                </a:lnTo>
                <a:close/>
              </a:path>
              <a:path w="839470" h="528954">
                <a:moveTo>
                  <a:pt x="722375" y="0"/>
                </a:moveTo>
                <a:lnTo>
                  <a:pt x="721532" y="0"/>
                </a:lnTo>
                <a:lnTo>
                  <a:pt x="721790" y="390"/>
                </a:lnTo>
                <a:lnTo>
                  <a:pt x="722375" y="0"/>
                </a:lnTo>
                <a:close/>
              </a:path>
              <a:path w="839470" h="528954">
                <a:moveTo>
                  <a:pt x="777239" y="32003"/>
                </a:moveTo>
                <a:lnTo>
                  <a:pt x="755559" y="0"/>
                </a:lnTo>
                <a:lnTo>
                  <a:pt x="722375" y="0"/>
                </a:lnTo>
                <a:lnTo>
                  <a:pt x="721790" y="390"/>
                </a:lnTo>
                <a:lnTo>
                  <a:pt x="753208" y="48024"/>
                </a:lnTo>
                <a:lnTo>
                  <a:pt x="777239" y="32003"/>
                </a:lnTo>
                <a:close/>
              </a:path>
              <a:path w="839470" h="528954">
                <a:moveTo>
                  <a:pt x="777239" y="84459"/>
                </a:moveTo>
                <a:lnTo>
                  <a:pt x="777239" y="32003"/>
                </a:lnTo>
                <a:lnTo>
                  <a:pt x="753208" y="48024"/>
                </a:lnTo>
                <a:lnTo>
                  <a:pt x="777239" y="84459"/>
                </a:lnTo>
                <a:close/>
              </a:path>
              <a:path w="839470" h="528954">
                <a:moveTo>
                  <a:pt x="839472" y="0"/>
                </a:moveTo>
                <a:lnTo>
                  <a:pt x="755559" y="0"/>
                </a:lnTo>
                <a:lnTo>
                  <a:pt x="777239" y="32003"/>
                </a:lnTo>
                <a:lnTo>
                  <a:pt x="777239" y="84459"/>
                </a:lnTo>
                <a:lnTo>
                  <a:pt x="784859" y="96011"/>
                </a:lnTo>
                <a:lnTo>
                  <a:pt x="8394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</Words>
  <Application>Microsoft Office PowerPoint</Application>
  <PresentationFormat>自定义</PresentationFormat>
  <Paragraphs>4</Paragraphs>
  <Slides>98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98</vt:i4>
      </vt:variant>
    </vt:vector>
  </HeadingPairs>
  <TitlesOfParts>
    <vt:vector size="102" baseType="lpstr">
      <vt:lpstr>宋体</vt:lpstr>
      <vt:lpstr>Arial</vt:lpstr>
      <vt:lpstr>Calibri</vt:lpstr>
      <vt:lpstr>Office Theme</vt:lpstr>
      <vt:lpstr>空间知觉测试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空间知觉测试</dc:title>
  <dc:creator>\376\377\000b\000o\000u\000r\000l\000o\000n</dc:creator>
  <cp:keywords>()</cp:keywords>
  <cp:lastModifiedBy>Jiachen Qu</cp:lastModifiedBy>
  <cp:revision>4</cp:revision>
  <dcterms:created xsi:type="dcterms:W3CDTF">2025-03-11T01:52:00Z</dcterms:created>
  <dcterms:modified xsi:type="dcterms:W3CDTF">2025-04-09T09:23:38Z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2011-09-19T16:00:00Z</vt:filetime>
  </property>
  <property fmtid="{D5CDD505-2E9C-101B-9397-08002B2CF9AE}" pid="3" name="Creator">
    <vt:lpwstr>\376\377\000P\000D\000F\000C\000r\000e\000a\000t\000o\000r\000 \000V\000e\000r\000s\000i\000o\000n\000 \0000\000.\0009\000.\0009</vt:lpwstr>
  </property>
  <property fmtid="{D5CDD505-2E9C-101B-9397-08002B2CF9AE}" pid="4" name="LastSaved">
    <vt:filetime>2025-03-11T16:00:00Z</vt:filetime>
  </property>
  <property fmtid="{D5CDD505-2E9C-101B-9397-08002B2CF9AE}" pid="5" name="Producer">
    <vt:lpwstr>GPL Ghostscript 8.70</vt:lpwstr>
  </property>
  <property fmtid="{D5CDD505-2E9C-101B-9397-08002B2CF9AE}" pid="6" name="ICV">
    <vt:lpwstr>6965E1482C3545E9A272E3CA2D03C43F_13</vt:lpwstr>
  </property>
  <property fmtid="{D5CDD505-2E9C-101B-9397-08002B2CF9AE}" pid="7" name="KSOProductBuildVer">
    <vt:lpwstr>1033-12.2.0.20326</vt:lpwstr>
  </property>
</Properties>
</file>